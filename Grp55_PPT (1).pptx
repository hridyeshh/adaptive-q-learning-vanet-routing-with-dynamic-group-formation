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582e125bb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582e125bb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chemeClr val="lt1"/>
              </a:buClr>
              <a:buSzPts val="3200"/>
              <a:buNone/>
              <a:defRPr>
                <a:solidFill>
                  <a:schemeClr val="lt1"/>
                </a:solidFill>
              </a:defRPr>
            </a:lvl1pPr>
            <a:lvl2pPr lvl="1" algn="ctr">
              <a:spcBef>
                <a:spcPts val="560"/>
              </a:spcBef>
              <a:spcAft>
                <a:spcPts val="0"/>
              </a:spcAft>
              <a:buClr>
                <a:schemeClr val="lt1"/>
              </a:buClr>
              <a:buSzPts val="2800"/>
              <a:buNone/>
              <a:defRPr>
                <a:solidFill>
                  <a:schemeClr val="lt1"/>
                </a:solidFill>
              </a:defRPr>
            </a:lvl2pPr>
            <a:lvl3pPr lvl="2" algn="ctr">
              <a:spcBef>
                <a:spcPts val="480"/>
              </a:spcBef>
              <a:spcAft>
                <a:spcPts val="0"/>
              </a:spcAft>
              <a:buClr>
                <a:schemeClr val="lt1"/>
              </a:buClr>
              <a:buSzPts val="2400"/>
              <a:buNone/>
              <a:defRPr>
                <a:solidFill>
                  <a:schemeClr val="lt1"/>
                </a:solidFill>
              </a:defRPr>
            </a:lvl3pPr>
            <a:lvl4pPr lvl="3" algn="ctr">
              <a:spcBef>
                <a:spcPts val="400"/>
              </a:spcBef>
              <a:spcAft>
                <a:spcPts val="0"/>
              </a:spcAft>
              <a:buClr>
                <a:schemeClr val="lt1"/>
              </a:buClr>
              <a:buSzPts val="2000"/>
              <a:buNone/>
              <a:defRPr>
                <a:solidFill>
                  <a:schemeClr val="lt1"/>
                </a:solidFill>
              </a:defRPr>
            </a:lvl4pPr>
            <a:lvl5pPr lvl="4" algn="ctr">
              <a:spcBef>
                <a:spcPts val="400"/>
              </a:spcBef>
              <a:spcAft>
                <a:spcPts val="0"/>
              </a:spcAft>
              <a:buClr>
                <a:schemeClr val="lt1"/>
              </a:buClr>
              <a:buSzPts val="2000"/>
              <a:buNone/>
              <a:defRPr>
                <a:solidFill>
                  <a:schemeClr val="lt1"/>
                </a:solidFill>
              </a:defRPr>
            </a:lvl5pPr>
            <a:lvl6pPr lvl="5" algn="ctr">
              <a:spcBef>
                <a:spcPts val="400"/>
              </a:spcBef>
              <a:spcAft>
                <a:spcPts val="0"/>
              </a:spcAft>
              <a:buClr>
                <a:schemeClr val="lt1"/>
              </a:buClr>
              <a:buSzPts val="2000"/>
              <a:buNone/>
              <a:defRPr>
                <a:solidFill>
                  <a:schemeClr val="lt1"/>
                </a:solidFill>
              </a:defRPr>
            </a:lvl6pPr>
            <a:lvl7pPr lvl="6" algn="ctr">
              <a:spcBef>
                <a:spcPts val="400"/>
              </a:spcBef>
              <a:spcAft>
                <a:spcPts val="0"/>
              </a:spcAft>
              <a:buClr>
                <a:schemeClr val="lt1"/>
              </a:buClr>
              <a:buSzPts val="2000"/>
              <a:buNone/>
              <a:defRPr>
                <a:solidFill>
                  <a:schemeClr val="lt1"/>
                </a:solidFill>
              </a:defRPr>
            </a:lvl7pPr>
            <a:lvl8pPr lvl="7" algn="ctr">
              <a:spcBef>
                <a:spcPts val="400"/>
              </a:spcBef>
              <a:spcAft>
                <a:spcPts val="0"/>
              </a:spcAft>
              <a:buClr>
                <a:schemeClr val="lt1"/>
              </a:buClr>
              <a:buSzPts val="2000"/>
              <a:buNone/>
              <a:defRPr>
                <a:solidFill>
                  <a:schemeClr val="lt1"/>
                </a:solidFill>
              </a:defRPr>
            </a:lvl8pPr>
            <a:lvl9pPr lvl="8" algn="ctr">
              <a:spcBef>
                <a:spcPts val="400"/>
              </a:spcBef>
              <a:spcAft>
                <a:spcPts val="0"/>
              </a:spcAft>
              <a:buClr>
                <a:schemeClr val="lt1"/>
              </a:buClr>
              <a:buSzPts val="2000"/>
              <a:buNone/>
              <a:defRPr>
                <a:solidFill>
                  <a:schemeClr val="lt1"/>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lt1"/>
              </a:buClr>
              <a:buSzPts val="2000"/>
              <a:buNone/>
              <a:defRPr sz="2000">
                <a:solidFill>
                  <a:schemeClr val="lt1"/>
                </a:solidFill>
              </a:defRPr>
            </a:lvl1pPr>
            <a:lvl2pPr indent="-228600" lvl="1" marL="914400" algn="l">
              <a:spcBef>
                <a:spcPts val="360"/>
              </a:spcBef>
              <a:spcAft>
                <a:spcPts val="0"/>
              </a:spcAft>
              <a:buClr>
                <a:schemeClr val="lt1"/>
              </a:buClr>
              <a:buSzPts val="1800"/>
              <a:buNone/>
              <a:defRPr sz="1800">
                <a:solidFill>
                  <a:schemeClr val="lt1"/>
                </a:solidFill>
              </a:defRPr>
            </a:lvl2pPr>
            <a:lvl3pPr indent="-228600" lvl="2" marL="1371600" algn="l">
              <a:spcBef>
                <a:spcPts val="320"/>
              </a:spcBef>
              <a:spcAft>
                <a:spcPts val="0"/>
              </a:spcAft>
              <a:buClr>
                <a:schemeClr val="lt1"/>
              </a:buClr>
              <a:buSzPts val="1600"/>
              <a:buNone/>
              <a:defRPr sz="1600">
                <a:solidFill>
                  <a:schemeClr val="lt1"/>
                </a:solidFill>
              </a:defRPr>
            </a:lvl3pPr>
            <a:lvl4pPr indent="-228600" lvl="3" marL="1828800" algn="l">
              <a:spcBef>
                <a:spcPts val="280"/>
              </a:spcBef>
              <a:spcAft>
                <a:spcPts val="0"/>
              </a:spcAft>
              <a:buClr>
                <a:schemeClr val="lt1"/>
              </a:buClr>
              <a:buSzPts val="1400"/>
              <a:buNone/>
              <a:defRPr sz="1400">
                <a:solidFill>
                  <a:schemeClr val="lt1"/>
                </a:solidFill>
              </a:defRPr>
            </a:lvl4pPr>
            <a:lvl5pPr indent="-228600" lvl="4" marL="2286000" algn="l">
              <a:spcBef>
                <a:spcPts val="280"/>
              </a:spcBef>
              <a:spcAft>
                <a:spcPts val="0"/>
              </a:spcAft>
              <a:buClr>
                <a:schemeClr val="lt1"/>
              </a:buClr>
              <a:buSzPts val="1400"/>
              <a:buNone/>
              <a:defRPr sz="1400">
                <a:solidFill>
                  <a:schemeClr val="lt1"/>
                </a:solidFill>
              </a:defRPr>
            </a:lvl5pPr>
            <a:lvl6pPr indent="-228600" lvl="5" marL="2743200" algn="l">
              <a:spcBef>
                <a:spcPts val="280"/>
              </a:spcBef>
              <a:spcAft>
                <a:spcPts val="0"/>
              </a:spcAft>
              <a:buClr>
                <a:schemeClr val="lt1"/>
              </a:buClr>
              <a:buSzPts val="1400"/>
              <a:buNone/>
              <a:defRPr sz="1400">
                <a:solidFill>
                  <a:schemeClr val="lt1"/>
                </a:solidFill>
              </a:defRPr>
            </a:lvl6pPr>
            <a:lvl7pPr indent="-228600" lvl="6" marL="3200400" algn="l">
              <a:spcBef>
                <a:spcPts val="280"/>
              </a:spcBef>
              <a:spcAft>
                <a:spcPts val="0"/>
              </a:spcAft>
              <a:buClr>
                <a:schemeClr val="lt1"/>
              </a:buClr>
              <a:buSzPts val="1400"/>
              <a:buNone/>
              <a:defRPr sz="1400">
                <a:solidFill>
                  <a:schemeClr val="lt1"/>
                </a:solidFill>
              </a:defRPr>
            </a:lvl7pPr>
            <a:lvl8pPr indent="-228600" lvl="7" marL="3657600" algn="l">
              <a:spcBef>
                <a:spcPts val="280"/>
              </a:spcBef>
              <a:spcAft>
                <a:spcPts val="0"/>
              </a:spcAft>
              <a:buClr>
                <a:schemeClr val="lt1"/>
              </a:buClr>
              <a:buSzPts val="1400"/>
              <a:buNone/>
              <a:defRPr sz="1400">
                <a:solidFill>
                  <a:schemeClr val="lt1"/>
                </a:solidFill>
              </a:defRPr>
            </a:lvl8pPr>
            <a:lvl9pPr indent="-228600" lvl="8" marL="4114800" algn="l">
              <a:spcBef>
                <a:spcPts val="280"/>
              </a:spcBef>
              <a:spcAft>
                <a:spcPts val="0"/>
              </a:spcAft>
              <a:buClr>
                <a:schemeClr val="lt1"/>
              </a:buClr>
              <a:buSzPts val="1400"/>
              <a:buNone/>
              <a:defRPr sz="1400">
                <a:solidFill>
                  <a:schemeClr val="lt1"/>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1"/>
              </a:buClr>
              <a:buSzPts val="2800"/>
              <a:buChar char="•"/>
              <a:defRPr sz="2800"/>
            </a:lvl1pPr>
            <a:lvl2pPr indent="-381000" lvl="1" marL="914400" algn="l">
              <a:spcBef>
                <a:spcPts val="480"/>
              </a:spcBef>
              <a:spcAft>
                <a:spcPts val="0"/>
              </a:spcAft>
              <a:buClr>
                <a:schemeClr val="lt1"/>
              </a:buClr>
              <a:buSzPts val="2400"/>
              <a:buChar char="–"/>
              <a:defRPr sz="2400"/>
            </a:lvl2pPr>
            <a:lvl3pPr indent="-355600" lvl="2" marL="1371600" algn="l">
              <a:spcBef>
                <a:spcPts val="400"/>
              </a:spcBef>
              <a:spcAft>
                <a:spcPts val="0"/>
              </a:spcAft>
              <a:buClr>
                <a:schemeClr val="lt1"/>
              </a:buClr>
              <a:buSzPts val="2000"/>
              <a:buChar char="•"/>
              <a:defRPr sz="2000"/>
            </a:lvl3pPr>
            <a:lvl4pPr indent="-342900" lvl="3" marL="1828800" algn="l">
              <a:spcBef>
                <a:spcPts val="360"/>
              </a:spcBef>
              <a:spcAft>
                <a:spcPts val="0"/>
              </a:spcAft>
              <a:buClr>
                <a:schemeClr val="lt1"/>
              </a:buClr>
              <a:buSzPts val="1800"/>
              <a:buChar char="–"/>
              <a:defRPr sz="1800"/>
            </a:lvl4pPr>
            <a:lvl5pPr indent="-342900" lvl="4" marL="2286000" algn="l">
              <a:spcBef>
                <a:spcPts val="360"/>
              </a:spcBef>
              <a:spcAft>
                <a:spcPts val="0"/>
              </a:spcAft>
              <a:buClr>
                <a:schemeClr val="lt1"/>
              </a:buClr>
              <a:buSzPts val="1800"/>
              <a:buChar char="»"/>
              <a:defRPr sz="1800"/>
            </a:lvl5pPr>
            <a:lvl6pPr indent="-342900" lvl="5" marL="2743200" algn="l">
              <a:spcBef>
                <a:spcPts val="360"/>
              </a:spcBef>
              <a:spcAft>
                <a:spcPts val="0"/>
              </a:spcAft>
              <a:buClr>
                <a:schemeClr val="lt1"/>
              </a:buClr>
              <a:buSzPts val="1800"/>
              <a:buChar char="•"/>
              <a:defRPr sz="1800"/>
            </a:lvl6pPr>
            <a:lvl7pPr indent="-342900" lvl="6" marL="3200400" algn="l">
              <a:spcBef>
                <a:spcPts val="360"/>
              </a:spcBef>
              <a:spcAft>
                <a:spcPts val="0"/>
              </a:spcAft>
              <a:buClr>
                <a:schemeClr val="lt1"/>
              </a:buClr>
              <a:buSzPts val="1800"/>
              <a:buChar char="•"/>
              <a:defRPr sz="1800"/>
            </a:lvl7pPr>
            <a:lvl8pPr indent="-342900" lvl="7" marL="3657600" algn="l">
              <a:spcBef>
                <a:spcPts val="360"/>
              </a:spcBef>
              <a:spcAft>
                <a:spcPts val="0"/>
              </a:spcAft>
              <a:buClr>
                <a:schemeClr val="lt1"/>
              </a:buClr>
              <a:buSzPts val="1800"/>
              <a:buChar char="•"/>
              <a:defRPr sz="1800"/>
            </a:lvl8pPr>
            <a:lvl9pPr indent="-342900" lvl="8" marL="4114800" algn="l">
              <a:spcBef>
                <a:spcPts val="360"/>
              </a:spcBef>
              <a:spcAft>
                <a:spcPts val="0"/>
              </a:spcAft>
              <a:buClr>
                <a:schemeClr val="lt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1"/>
              </a:buClr>
              <a:buSzPts val="2800"/>
              <a:buChar char="•"/>
              <a:defRPr sz="2800"/>
            </a:lvl1pPr>
            <a:lvl2pPr indent="-381000" lvl="1" marL="914400" algn="l">
              <a:spcBef>
                <a:spcPts val="480"/>
              </a:spcBef>
              <a:spcAft>
                <a:spcPts val="0"/>
              </a:spcAft>
              <a:buClr>
                <a:schemeClr val="lt1"/>
              </a:buClr>
              <a:buSzPts val="2400"/>
              <a:buChar char="–"/>
              <a:defRPr sz="2400"/>
            </a:lvl2pPr>
            <a:lvl3pPr indent="-355600" lvl="2" marL="1371600" algn="l">
              <a:spcBef>
                <a:spcPts val="400"/>
              </a:spcBef>
              <a:spcAft>
                <a:spcPts val="0"/>
              </a:spcAft>
              <a:buClr>
                <a:schemeClr val="lt1"/>
              </a:buClr>
              <a:buSzPts val="2000"/>
              <a:buChar char="•"/>
              <a:defRPr sz="2000"/>
            </a:lvl3pPr>
            <a:lvl4pPr indent="-342900" lvl="3" marL="1828800" algn="l">
              <a:spcBef>
                <a:spcPts val="360"/>
              </a:spcBef>
              <a:spcAft>
                <a:spcPts val="0"/>
              </a:spcAft>
              <a:buClr>
                <a:schemeClr val="lt1"/>
              </a:buClr>
              <a:buSzPts val="1800"/>
              <a:buChar char="–"/>
              <a:defRPr sz="1800"/>
            </a:lvl4pPr>
            <a:lvl5pPr indent="-342900" lvl="4" marL="2286000" algn="l">
              <a:spcBef>
                <a:spcPts val="360"/>
              </a:spcBef>
              <a:spcAft>
                <a:spcPts val="0"/>
              </a:spcAft>
              <a:buClr>
                <a:schemeClr val="lt1"/>
              </a:buClr>
              <a:buSzPts val="1800"/>
              <a:buChar char="»"/>
              <a:defRPr sz="1800"/>
            </a:lvl5pPr>
            <a:lvl6pPr indent="-342900" lvl="5" marL="2743200" algn="l">
              <a:spcBef>
                <a:spcPts val="360"/>
              </a:spcBef>
              <a:spcAft>
                <a:spcPts val="0"/>
              </a:spcAft>
              <a:buClr>
                <a:schemeClr val="lt1"/>
              </a:buClr>
              <a:buSzPts val="1800"/>
              <a:buChar char="•"/>
              <a:defRPr sz="1800"/>
            </a:lvl6pPr>
            <a:lvl7pPr indent="-342900" lvl="6" marL="3200400" algn="l">
              <a:spcBef>
                <a:spcPts val="360"/>
              </a:spcBef>
              <a:spcAft>
                <a:spcPts val="0"/>
              </a:spcAft>
              <a:buClr>
                <a:schemeClr val="lt1"/>
              </a:buClr>
              <a:buSzPts val="1800"/>
              <a:buChar char="•"/>
              <a:defRPr sz="1800"/>
            </a:lvl7pPr>
            <a:lvl8pPr indent="-342900" lvl="7" marL="3657600" algn="l">
              <a:spcBef>
                <a:spcPts val="360"/>
              </a:spcBef>
              <a:spcAft>
                <a:spcPts val="0"/>
              </a:spcAft>
              <a:buClr>
                <a:schemeClr val="lt1"/>
              </a:buClr>
              <a:buSzPts val="1800"/>
              <a:buChar char="•"/>
              <a:defRPr sz="1800"/>
            </a:lvl8pPr>
            <a:lvl9pPr indent="-342900" lvl="8" marL="4114800" algn="l">
              <a:spcBef>
                <a:spcPts val="360"/>
              </a:spcBef>
              <a:spcAft>
                <a:spcPts val="0"/>
              </a:spcAft>
              <a:buClr>
                <a:schemeClr val="lt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lt1"/>
              </a:buClr>
              <a:buSzPts val="2400"/>
              <a:buNone/>
              <a:defRPr b="1" sz="2400"/>
            </a:lvl1pPr>
            <a:lvl2pPr indent="-228600" lvl="1" marL="914400" algn="l">
              <a:spcBef>
                <a:spcPts val="400"/>
              </a:spcBef>
              <a:spcAft>
                <a:spcPts val="0"/>
              </a:spcAft>
              <a:buClr>
                <a:schemeClr val="lt1"/>
              </a:buClr>
              <a:buSzPts val="2000"/>
              <a:buNone/>
              <a:defRPr b="1" sz="2000"/>
            </a:lvl2pPr>
            <a:lvl3pPr indent="-228600" lvl="2" marL="1371600" algn="l">
              <a:spcBef>
                <a:spcPts val="360"/>
              </a:spcBef>
              <a:spcAft>
                <a:spcPts val="0"/>
              </a:spcAft>
              <a:buClr>
                <a:schemeClr val="lt1"/>
              </a:buClr>
              <a:buSzPts val="1800"/>
              <a:buNone/>
              <a:defRPr b="1" sz="1800"/>
            </a:lvl3pPr>
            <a:lvl4pPr indent="-228600" lvl="3" marL="1828800" algn="l">
              <a:spcBef>
                <a:spcPts val="320"/>
              </a:spcBef>
              <a:spcAft>
                <a:spcPts val="0"/>
              </a:spcAft>
              <a:buClr>
                <a:schemeClr val="lt1"/>
              </a:buClr>
              <a:buSzPts val="1600"/>
              <a:buNone/>
              <a:defRPr b="1" sz="1600"/>
            </a:lvl4pPr>
            <a:lvl5pPr indent="-228600" lvl="4" marL="2286000" algn="l">
              <a:spcBef>
                <a:spcPts val="320"/>
              </a:spcBef>
              <a:spcAft>
                <a:spcPts val="0"/>
              </a:spcAft>
              <a:buClr>
                <a:schemeClr val="lt1"/>
              </a:buClr>
              <a:buSzPts val="1600"/>
              <a:buNone/>
              <a:defRPr b="1" sz="1600"/>
            </a:lvl5pPr>
            <a:lvl6pPr indent="-228600" lvl="5" marL="2743200" algn="l">
              <a:spcBef>
                <a:spcPts val="320"/>
              </a:spcBef>
              <a:spcAft>
                <a:spcPts val="0"/>
              </a:spcAft>
              <a:buClr>
                <a:schemeClr val="lt1"/>
              </a:buClr>
              <a:buSzPts val="1600"/>
              <a:buNone/>
              <a:defRPr b="1" sz="1600"/>
            </a:lvl6pPr>
            <a:lvl7pPr indent="-228600" lvl="6" marL="3200400" algn="l">
              <a:spcBef>
                <a:spcPts val="320"/>
              </a:spcBef>
              <a:spcAft>
                <a:spcPts val="0"/>
              </a:spcAft>
              <a:buClr>
                <a:schemeClr val="lt1"/>
              </a:buClr>
              <a:buSzPts val="1600"/>
              <a:buNone/>
              <a:defRPr b="1" sz="1600"/>
            </a:lvl7pPr>
            <a:lvl8pPr indent="-228600" lvl="7" marL="3657600" algn="l">
              <a:spcBef>
                <a:spcPts val="320"/>
              </a:spcBef>
              <a:spcAft>
                <a:spcPts val="0"/>
              </a:spcAft>
              <a:buClr>
                <a:schemeClr val="lt1"/>
              </a:buClr>
              <a:buSzPts val="1600"/>
              <a:buNone/>
              <a:defRPr b="1" sz="1600"/>
            </a:lvl8pPr>
            <a:lvl9pPr indent="-228600" lvl="8" marL="4114800" algn="l">
              <a:spcBef>
                <a:spcPts val="320"/>
              </a:spcBef>
              <a:spcAft>
                <a:spcPts val="0"/>
              </a:spcAft>
              <a:buClr>
                <a:schemeClr val="lt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lt1"/>
              </a:buClr>
              <a:buSzPts val="2400"/>
              <a:buChar char="•"/>
              <a:defRPr sz="2400"/>
            </a:lvl1pPr>
            <a:lvl2pPr indent="-355600" lvl="1" marL="914400" algn="l">
              <a:spcBef>
                <a:spcPts val="400"/>
              </a:spcBef>
              <a:spcAft>
                <a:spcPts val="0"/>
              </a:spcAft>
              <a:buClr>
                <a:schemeClr val="lt1"/>
              </a:buClr>
              <a:buSzPts val="2000"/>
              <a:buChar char="–"/>
              <a:defRPr sz="2000"/>
            </a:lvl2pPr>
            <a:lvl3pPr indent="-342900" lvl="2" marL="1371600" algn="l">
              <a:spcBef>
                <a:spcPts val="360"/>
              </a:spcBef>
              <a:spcAft>
                <a:spcPts val="0"/>
              </a:spcAft>
              <a:buClr>
                <a:schemeClr val="lt1"/>
              </a:buClr>
              <a:buSzPts val="1800"/>
              <a:buChar char="•"/>
              <a:defRPr sz="1800"/>
            </a:lvl3pPr>
            <a:lvl4pPr indent="-330200" lvl="3" marL="1828800" algn="l">
              <a:spcBef>
                <a:spcPts val="320"/>
              </a:spcBef>
              <a:spcAft>
                <a:spcPts val="0"/>
              </a:spcAft>
              <a:buClr>
                <a:schemeClr val="lt1"/>
              </a:buClr>
              <a:buSzPts val="1600"/>
              <a:buChar char="–"/>
              <a:defRPr sz="1600"/>
            </a:lvl4pPr>
            <a:lvl5pPr indent="-330200" lvl="4" marL="2286000" algn="l">
              <a:spcBef>
                <a:spcPts val="320"/>
              </a:spcBef>
              <a:spcAft>
                <a:spcPts val="0"/>
              </a:spcAft>
              <a:buClr>
                <a:schemeClr val="lt1"/>
              </a:buClr>
              <a:buSzPts val="1600"/>
              <a:buChar char="»"/>
              <a:defRPr sz="1600"/>
            </a:lvl5pPr>
            <a:lvl6pPr indent="-330200" lvl="5" marL="2743200" algn="l">
              <a:spcBef>
                <a:spcPts val="320"/>
              </a:spcBef>
              <a:spcAft>
                <a:spcPts val="0"/>
              </a:spcAft>
              <a:buClr>
                <a:schemeClr val="lt1"/>
              </a:buClr>
              <a:buSzPts val="1600"/>
              <a:buChar char="•"/>
              <a:defRPr sz="1600"/>
            </a:lvl6pPr>
            <a:lvl7pPr indent="-330200" lvl="6" marL="3200400" algn="l">
              <a:spcBef>
                <a:spcPts val="320"/>
              </a:spcBef>
              <a:spcAft>
                <a:spcPts val="0"/>
              </a:spcAft>
              <a:buClr>
                <a:schemeClr val="lt1"/>
              </a:buClr>
              <a:buSzPts val="1600"/>
              <a:buChar char="•"/>
              <a:defRPr sz="1600"/>
            </a:lvl7pPr>
            <a:lvl8pPr indent="-330200" lvl="7" marL="3657600" algn="l">
              <a:spcBef>
                <a:spcPts val="320"/>
              </a:spcBef>
              <a:spcAft>
                <a:spcPts val="0"/>
              </a:spcAft>
              <a:buClr>
                <a:schemeClr val="lt1"/>
              </a:buClr>
              <a:buSzPts val="1600"/>
              <a:buChar char="•"/>
              <a:defRPr sz="1600"/>
            </a:lvl8pPr>
            <a:lvl9pPr indent="-330200" lvl="8" marL="4114800" algn="l">
              <a:spcBef>
                <a:spcPts val="320"/>
              </a:spcBef>
              <a:spcAft>
                <a:spcPts val="0"/>
              </a:spcAft>
              <a:buClr>
                <a:schemeClr val="lt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lt1"/>
              </a:buClr>
              <a:buSzPts val="2400"/>
              <a:buNone/>
              <a:defRPr b="1" sz="2400"/>
            </a:lvl1pPr>
            <a:lvl2pPr indent="-228600" lvl="1" marL="914400" algn="l">
              <a:spcBef>
                <a:spcPts val="400"/>
              </a:spcBef>
              <a:spcAft>
                <a:spcPts val="0"/>
              </a:spcAft>
              <a:buClr>
                <a:schemeClr val="lt1"/>
              </a:buClr>
              <a:buSzPts val="2000"/>
              <a:buNone/>
              <a:defRPr b="1" sz="2000"/>
            </a:lvl2pPr>
            <a:lvl3pPr indent="-228600" lvl="2" marL="1371600" algn="l">
              <a:spcBef>
                <a:spcPts val="360"/>
              </a:spcBef>
              <a:spcAft>
                <a:spcPts val="0"/>
              </a:spcAft>
              <a:buClr>
                <a:schemeClr val="lt1"/>
              </a:buClr>
              <a:buSzPts val="1800"/>
              <a:buNone/>
              <a:defRPr b="1" sz="1800"/>
            </a:lvl3pPr>
            <a:lvl4pPr indent="-228600" lvl="3" marL="1828800" algn="l">
              <a:spcBef>
                <a:spcPts val="320"/>
              </a:spcBef>
              <a:spcAft>
                <a:spcPts val="0"/>
              </a:spcAft>
              <a:buClr>
                <a:schemeClr val="lt1"/>
              </a:buClr>
              <a:buSzPts val="1600"/>
              <a:buNone/>
              <a:defRPr b="1" sz="1600"/>
            </a:lvl4pPr>
            <a:lvl5pPr indent="-228600" lvl="4" marL="2286000" algn="l">
              <a:spcBef>
                <a:spcPts val="320"/>
              </a:spcBef>
              <a:spcAft>
                <a:spcPts val="0"/>
              </a:spcAft>
              <a:buClr>
                <a:schemeClr val="lt1"/>
              </a:buClr>
              <a:buSzPts val="1600"/>
              <a:buNone/>
              <a:defRPr b="1" sz="1600"/>
            </a:lvl5pPr>
            <a:lvl6pPr indent="-228600" lvl="5" marL="2743200" algn="l">
              <a:spcBef>
                <a:spcPts val="320"/>
              </a:spcBef>
              <a:spcAft>
                <a:spcPts val="0"/>
              </a:spcAft>
              <a:buClr>
                <a:schemeClr val="lt1"/>
              </a:buClr>
              <a:buSzPts val="1600"/>
              <a:buNone/>
              <a:defRPr b="1" sz="1600"/>
            </a:lvl6pPr>
            <a:lvl7pPr indent="-228600" lvl="6" marL="3200400" algn="l">
              <a:spcBef>
                <a:spcPts val="320"/>
              </a:spcBef>
              <a:spcAft>
                <a:spcPts val="0"/>
              </a:spcAft>
              <a:buClr>
                <a:schemeClr val="lt1"/>
              </a:buClr>
              <a:buSzPts val="1600"/>
              <a:buNone/>
              <a:defRPr b="1" sz="1600"/>
            </a:lvl7pPr>
            <a:lvl8pPr indent="-228600" lvl="7" marL="3657600" algn="l">
              <a:spcBef>
                <a:spcPts val="320"/>
              </a:spcBef>
              <a:spcAft>
                <a:spcPts val="0"/>
              </a:spcAft>
              <a:buClr>
                <a:schemeClr val="lt1"/>
              </a:buClr>
              <a:buSzPts val="1600"/>
              <a:buNone/>
              <a:defRPr b="1" sz="1600"/>
            </a:lvl8pPr>
            <a:lvl9pPr indent="-228600" lvl="8" marL="4114800" algn="l">
              <a:spcBef>
                <a:spcPts val="320"/>
              </a:spcBef>
              <a:spcAft>
                <a:spcPts val="0"/>
              </a:spcAft>
              <a:buClr>
                <a:schemeClr val="lt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lt1"/>
              </a:buClr>
              <a:buSzPts val="2400"/>
              <a:buChar char="•"/>
              <a:defRPr sz="2400"/>
            </a:lvl1pPr>
            <a:lvl2pPr indent="-355600" lvl="1" marL="914400" algn="l">
              <a:spcBef>
                <a:spcPts val="400"/>
              </a:spcBef>
              <a:spcAft>
                <a:spcPts val="0"/>
              </a:spcAft>
              <a:buClr>
                <a:schemeClr val="lt1"/>
              </a:buClr>
              <a:buSzPts val="2000"/>
              <a:buChar char="–"/>
              <a:defRPr sz="2000"/>
            </a:lvl2pPr>
            <a:lvl3pPr indent="-342900" lvl="2" marL="1371600" algn="l">
              <a:spcBef>
                <a:spcPts val="360"/>
              </a:spcBef>
              <a:spcAft>
                <a:spcPts val="0"/>
              </a:spcAft>
              <a:buClr>
                <a:schemeClr val="lt1"/>
              </a:buClr>
              <a:buSzPts val="1800"/>
              <a:buChar char="•"/>
              <a:defRPr sz="1800"/>
            </a:lvl3pPr>
            <a:lvl4pPr indent="-330200" lvl="3" marL="1828800" algn="l">
              <a:spcBef>
                <a:spcPts val="320"/>
              </a:spcBef>
              <a:spcAft>
                <a:spcPts val="0"/>
              </a:spcAft>
              <a:buClr>
                <a:schemeClr val="lt1"/>
              </a:buClr>
              <a:buSzPts val="1600"/>
              <a:buChar char="–"/>
              <a:defRPr sz="1600"/>
            </a:lvl4pPr>
            <a:lvl5pPr indent="-330200" lvl="4" marL="2286000" algn="l">
              <a:spcBef>
                <a:spcPts val="320"/>
              </a:spcBef>
              <a:spcAft>
                <a:spcPts val="0"/>
              </a:spcAft>
              <a:buClr>
                <a:schemeClr val="lt1"/>
              </a:buClr>
              <a:buSzPts val="1600"/>
              <a:buChar char="»"/>
              <a:defRPr sz="1600"/>
            </a:lvl5pPr>
            <a:lvl6pPr indent="-330200" lvl="5" marL="2743200" algn="l">
              <a:spcBef>
                <a:spcPts val="320"/>
              </a:spcBef>
              <a:spcAft>
                <a:spcPts val="0"/>
              </a:spcAft>
              <a:buClr>
                <a:schemeClr val="lt1"/>
              </a:buClr>
              <a:buSzPts val="1600"/>
              <a:buChar char="•"/>
              <a:defRPr sz="1600"/>
            </a:lvl6pPr>
            <a:lvl7pPr indent="-330200" lvl="6" marL="3200400" algn="l">
              <a:spcBef>
                <a:spcPts val="320"/>
              </a:spcBef>
              <a:spcAft>
                <a:spcPts val="0"/>
              </a:spcAft>
              <a:buClr>
                <a:schemeClr val="lt1"/>
              </a:buClr>
              <a:buSzPts val="1600"/>
              <a:buChar char="•"/>
              <a:defRPr sz="1600"/>
            </a:lvl7pPr>
            <a:lvl8pPr indent="-330200" lvl="7" marL="3657600" algn="l">
              <a:spcBef>
                <a:spcPts val="320"/>
              </a:spcBef>
              <a:spcAft>
                <a:spcPts val="0"/>
              </a:spcAft>
              <a:buClr>
                <a:schemeClr val="lt1"/>
              </a:buClr>
              <a:buSzPts val="1600"/>
              <a:buChar char="•"/>
              <a:defRPr sz="1600"/>
            </a:lvl8pPr>
            <a:lvl9pPr indent="-330200" lvl="8" marL="4114800" algn="l">
              <a:spcBef>
                <a:spcPts val="320"/>
              </a:spcBef>
              <a:spcAft>
                <a:spcPts val="0"/>
              </a:spcAft>
              <a:buClr>
                <a:schemeClr val="lt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lt1"/>
              </a:buClr>
              <a:buSzPts val="3200"/>
              <a:buChar char="•"/>
              <a:defRPr sz="3200"/>
            </a:lvl1pPr>
            <a:lvl2pPr indent="-406400" lvl="1" marL="914400" algn="l">
              <a:spcBef>
                <a:spcPts val="560"/>
              </a:spcBef>
              <a:spcAft>
                <a:spcPts val="0"/>
              </a:spcAft>
              <a:buClr>
                <a:schemeClr val="lt1"/>
              </a:buClr>
              <a:buSzPts val="2800"/>
              <a:buChar char="–"/>
              <a:defRPr sz="2800"/>
            </a:lvl2pPr>
            <a:lvl3pPr indent="-381000" lvl="2" marL="1371600" algn="l">
              <a:spcBef>
                <a:spcPts val="480"/>
              </a:spcBef>
              <a:spcAft>
                <a:spcPts val="0"/>
              </a:spcAft>
              <a:buClr>
                <a:schemeClr val="lt1"/>
              </a:buClr>
              <a:buSzPts val="2400"/>
              <a:buChar char="•"/>
              <a:defRPr sz="2400"/>
            </a:lvl3pPr>
            <a:lvl4pPr indent="-355600" lvl="3" marL="1828800" algn="l">
              <a:spcBef>
                <a:spcPts val="400"/>
              </a:spcBef>
              <a:spcAft>
                <a:spcPts val="0"/>
              </a:spcAft>
              <a:buClr>
                <a:schemeClr val="lt1"/>
              </a:buClr>
              <a:buSzPts val="2000"/>
              <a:buChar char="–"/>
              <a:defRPr sz="2000"/>
            </a:lvl4pPr>
            <a:lvl5pPr indent="-355600" lvl="4" marL="2286000" algn="l">
              <a:spcBef>
                <a:spcPts val="400"/>
              </a:spcBef>
              <a:spcAft>
                <a:spcPts val="0"/>
              </a:spcAft>
              <a:buClr>
                <a:schemeClr val="lt1"/>
              </a:buClr>
              <a:buSzPts val="2000"/>
              <a:buChar char="»"/>
              <a:defRPr sz="2000"/>
            </a:lvl5pPr>
            <a:lvl6pPr indent="-355600" lvl="5" marL="2743200" algn="l">
              <a:spcBef>
                <a:spcPts val="400"/>
              </a:spcBef>
              <a:spcAft>
                <a:spcPts val="0"/>
              </a:spcAft>
              <a:buClr>
                <a:schemeClr val="lt1"/>
              </a:buClr>
              <a:buSzPts val="2000"/>
              <a:buChar char="•"/>
              <a:defRPr sz="2000"/>
            </a:lvl6pPr>
            <a:lvl7pPr indent="-355600" lvl="6" marL="3200400" algn="l">
              <a:spcBef>
                <a:spcPts val="400"/>
              </a:spcBef>
              <a:spcAft>
                <a:spcPts val="0"/>
              </a:spcAft>
              <a:buClr>
                <a:schemeClr val="lt1"/>
              </a:buClr>
              <a:buSzPts val="2000"/>
              <a:buChar char="•"/>
              <a:defRPr sz="2000"/>
            </a:lvl7pPr>
            <a:lvl8pPr indent="-355600" lvl="7" marL="3657600" algn="l">
              <a:spcBef>
                <a:spcPts val="400"/>
              </a:spcBef>
              <a:spcAft>
                <a:spcPts val="0"/>
              </a:spcAft>
              <a:buClr>
                <a:schemeClr val="lt1"/>
              </a:buClr>
              <a:buSzPts val="2000"/>
              <a:buChar char="•"/>
              <a:defRPr sz="2000"/>
            </a:lvl8pPr>
            <a:lvl9pPr indent="-355600" lvl="8" marL="4114800" algn="l">
              <a:spcBef>
                <a:spcPts val="400"/>
              </a:spcBef>
              <a:spcAft>
                <a:spcPts val="0"/>
              </a:spcAft>
              <a:buClr>
                <a:schemeClr val="lt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lt1"/>
              </a:buClr>
              <a:buSzPts val="1400"/>
              <a:buNone/>
              <a:defRPr sz="1400"/>
            </a:lvl1pPr>
            <a:lvl2pPr indent="-228600" lvl="1" marL="914400" algn="l">
              <a:spcBef>
                <a:spcPts val="240"/>
              </a:spcBef>
              <a:spcAft>
                <a:spcPts val="0"/>
              </a:spcAft>
              <a:buClr>
                <a:schemeClr val="lt1"/>
              </a:buClr>
              <a:buSzPts val="1200"/>
              <a:buNone/>
              <a:defRPr sz="1200"/>
            </a:lvl2pPr>
            <a:lvl3pPr indent="-228600" lvl="2" marL="1371600" algn="l">
              <a:spcBef>
                <a:spcPts val="200"/>
              </a:spcBef>
              <a:spcAft>
                <a:spcPts val="0"/>
              </a:spcAft>
              <a:buClr>
                <a:schemeClr val="lt1"/>
              </a:buClr>
              <a:buSzPts val="1000"/>
              <a:buNone/>
              <a:defRPr sz="1000"/>
            </a:lvl3pPr>
            <a:lvl4pPr indent="-228600" lvl="3" marL="1828800" algn="l">
              <a:spcBef>
                <a:spcPts val="180"/>
              </a:spcBef>
              <a:spcAft>
                <a:spcPts val="0"/>
              </a:spcAft>
              <a:buClr>
                <a:schemeClr val="lt1"/>
              </a:buClr>
              <a:buSzPts val="900"/>
              <a:buNone/>
              <a:defRPr sz="900"/>
            </a:lvl4pPr>
            <a:lvl5pPr indent="-228600" lvl="4" marL="2286000" algn="l">
              <a:spcBef>
                <a:spcPts val="180"/>
              </a:spcBef>
              <a:spcAft>
                <a:spcPts val="0"/>
              </a:spcAft>
              <a:buClr>
                <a:schemeClr val="lt1"/>
              </a:buClr>
              <a:buSzPts val="900"/>
              <a:buNone/>
              <a:defRPr sz="900"/>
            </a:lvl5pPr>
            <a:lvl6pPr indent="-228600" lvl="5" marL="2743200" algn="l">
              <a:spcBef>
                <a:spcPts val="180"/>
              </a:spcBef>
              <a:spcAft>
                <a:spcPts val="0"/>
              </a:spcAft>
              <a:buClr>
                <a:schemeClr val="lt1"/>
              </a:buClr>
              <a:buSzPts val="900"/>
              <a:buNone/>
              <a:defRPr sz="900"/>
            </a:lvl6pPr>
            <a:lvl7pPr indent="-228600" lvl="6" marL="3200400" algn="l">
              <a:spcBef>
                <a:spcPts val="180"/>
              </a:spcBef>
              <a:spcAft>
                <a:spcPts val="0"/>
              </a:spcAft>
              <a:buClr>
                <a:schemeClr val="lt1"/>
              </a:buClr>
              <a:buSzPts val="900"/>
              <a:buNone/>
              <a:defRPr sz="900"/>
            </a:lvl7pPr>
            <a:lvl8pPr indent="-228600" lvl="7" marL="3657600" algn="l">
              <a:spcBef>
                <a:spcPts val="180"/>
              </a:spcBef>
              <a:spcAft>
                <a:spcPts val="0"/>
              </a:spcAft>
              <a:buClr>
                <a:schemeClr val="lt1"/>
              </a:buClr>
              <a:buSzPts val="900"/>
              <a:buNone/>
              <a:defRPr sz="900"/>
            </a:lvl8pPr>
            <a:lvl9pPr indent="-228600" lvl="8" marL="4114800" algn="l">
              <a:spcBef>
                <a:spcPts val="180"/>
              </a:spcBef>
              <a:spcAft>
                <a:spcPts val="0"/>
              </a:spcAft>
              <a:buClr>
                <a:schemeClr val="lt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lt1"/>
              </a:buClr>
              <a:buSzPts val="1400"/>
              <a:buNone/>
              <a:defRPr sz="1400"/>
            </a:lvl1pPr>
            <a:lvl2pPr indent="-228600" lvl="1" marL="914400" algn="l">
              <a:spcBef>
                <a:spcPts val="240"/>
              </a:spcBef>
              <a:spcAft>
                <a:spcPts val="0"/>
              </a:spcAft>
              <a:buClr>
                <a:schemeClr val="lt1"/>
              </a:buClr>
              <a:buSzPts val="1200"/>
              <a:buNone/>
              <a:defRPr sz="1200"/>
            </a:lvl2pPr>
            <a:lvl3pPr indent="-228600" lvl="2" marL="1371600" algn="l">
              <a:spcBef>
                <a:spcPts val="200"/>
              </a:spcBef>
              <a:spcAft>
                <a:spcPts val="0"/>
              </a:spcAft>
              <a:buClr>
                <a:schemeClr val="lt1"/>
              </a:buClr>
              <a:buSzPts val="1000"/>
              <a:buNone/>
              <a:defRPr sz="1000"/>
            </a:lvl3pPr>
            <a:lvl4pPr indent="-228600" lvl="3" marL="1828800" algn="l">
              <a:spcBef>
                <a:spcPts val="180"/>
              </a:spcBef>
              <a:spcAft>
                <a:spcPts val="0"/>
              </a:spcAft>
              <a:buClr>
                <a:schemeClr val="lt1"/>
              </a:buClr>
              <a:buSzPts val="900"/>
              <a:buNone/>
              <a:defRPr sz="900"/>
            </a:lvl4pPr>
            <a:lvl5pPr indent="-228600" lvl="4" marL="2286000" algn="l">
              <a:spcBef>
                <a:spcPts val="180"/>
              </a:spcBef>
              <a:spcAft>
                <a:spcPts val="0"/>
              </a:spcAft>
              <a:buClr>
                <a:schemeClr val="lt1"/>
              </a:buClr>
              <a:buSzPts val="900"/>
              <a:buNone/>
              <a:defRPr sz="900"/>
            </a:lvl5pPr>
            <a:lvl6pPr indent="-228600" lvl="5" marL="2743200" algn="l">
              <a:spcBef>
                <a:spcPts val="180"/>
              </a:spcBef>
              <a:spcAft>
                <a:spcPts val="0"/>
              </a:spcAft>
              <a:buClr>
                <a:schemeClr val="lt1"/>
              </a:buClr>
              <a:buSzPts val="900"/>
              <a:buNone/>
              <a:defRPr sz="900"/>
            </a:lvl6pPr>
            <a:lvl7pPr indent="-228600" lvl="6" marL="3200400" algn="l">
              <a:spcBef>
                <a:spcPts val="180"/>
              </a:spcBef>
              <a:spcAft>
                <a:spcPts val="0"/>
              </a:spcAft>
              <a:buClr>
                <a:schemeClr val="lt1"/>
              </a:buClr>
              <a:buSzPts val="900"/>
              <a:buNone/>
              <a:defRPr sz="900"/>
            </a:lvl7pPr>
            <a:lvl8pPr indent="-228600" lvl="7" marL="3657600" algn="l">
              <a:spcBef>
                <a:spcPts val="180"/>
              </a:spcBef>
              <a:spcAft>
                <a:spcPts val="0"/>
              </a:spcAft>
              <a:buClr>
                <a:schemeClr val="lt1"/>
              </a:buClr>
              <a:buSzPts val="900"/>
              <a:buNone/>
              <a:defRPr sz="900"/>
            </a:lvl8pPr>
            <a:lvl9pPr indent="-228600" lvl="8" marL="4114800" algn="l">
              <a:spcBef>
                <a:spcPts val="180"/>
              </a:spcBef>
              <a:spcAft>
                <a:spcPts val="0"/>
              </a:spcAft>
              <a:buClr>
                <a:schemeClr val="lt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lt1"/>
              </a:buClr>
              <a:buSzPts val="1800"/>
              <a:buChar char="•"/>
              <a:defRPr/>
            </a:lvl6pPr>
            <a:lvl7pPr indent="-342900" lvl="6" marL="3200400" algn="l">
              <a:spcBef>
                <a:spcPts val="360"/>
              </a:spcBef>
              <a:spcAft>
                <a:spcPts val="0"/>
              </a:spcAft>
              <a:buClr>
                <a:schemeClr val="lt1"/>
              </a:buClr>
              <a:buSzPts val="1800"/>
              <a:buChar char="•"/>
              <a:defRPr/>
            </a:lvl7pPr>
            <a:lvl8pPr indent="-342900" lvl="7" marL="3657600" algn="l">
              <a:spcBef>
                <a:spcPts val="360"/>
              </a:spcBef>
              <a:spcAft>
                <a:spcPts val="0"/>
              </a:spcAft>
              <a:buClr>
                <a:schemeClr val="lt1"/>
              </a:buClr>
              <a:buSzPts val="1800"/>
              <a:buChar char="•"/>
              <a:defRPr/>
            </a:lvl8pPr>
            <a:lvl9pPr indent="-342900" lvl="8" marL="4114800" algn="l">
              <a:spcBef>
                <a:spcPts val="360"/>
              </a:spcBef>
              <a:spcAft>
                <a:spcPts val="0"/>
              </a:spcAft>
              <a:buClr>
                <a:schemeClr val="lt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lt1"/>
              </a:buClr>
              <a:buSzPts val="3200"/>
              <a:buFont typeface="Arial"/>
              <a:buChar char="•"/>
              <a:defRPr b="0" i="0" sz="32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5pPr>
            <a:lvl6pPr indent="-355600" lvl="5" marL="27432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6pPr>
            <a:lvl7pPr indent="-355600" lvl="6" marL="32004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7pPr>
            <a:lvl8pPr indent="-355600" lvl="7" marL="36576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8pPr>
            <a:lvl9pPr indent="-355600" lvl="8" marL="4114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digi.com/blog/post/introduction-to-smar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2438400" y="304800"/>
            <a:ext cx="6028384" cy="14700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lt1"/>
              </a:buClr>
              <a:buSzPts val="2400"/>
              <a:buFont typeface="Calibri"/>
              <a:buNone/>
            </a:pPr>
            <a:r>
              <a:rPr b="1" lang="en-US" sz="2400"/>
              <a:t>NETAJI SUBHAS UNIVERSITY OF TECHNOLOGY</a:t>
            </a:r>
            <a:br>
              <a:rPr b="1" lang="en-US" sz="2400"/>
            </a:br>
            <a:r>
              <a:rPr b="1" lang="en-US" sz="1800"/>
              <a:t>Azad Hind Fauj Marg, Sector-3, Dwarka, New Delhi - 110078</a:t>
            </a:r>
            <a:endParaRPr sz="1800"/>
          </a:p>
        </p:txBody>
      </p:sp>
      <p:pic>
        <p:nvPicPr>
          <p:cNvPr descr="E:\Desktop\Sumit\nsit\NSUT_logo.png" id="85" name="Google Shape;85;p13"/>
          <p:cNvPicPr preferRelativeResize="0"/>
          <p:nvPr/>
        </p:nvPicPr>
        <p:blipFill rotWithShape="1">
          <a:blip r:embed="rId3">
            <a:alphaModFix/>
          </a:blip>
          <a:srcRect b="0" l="0" r="0" t="0"/>
          <a:stretch/>
        </p:blipFill>
        <p:spPr>
          <a:xfrm>
            <a:off x="609600" y="375635"/>
            <a:ext cx="1596979" cy="1596979"/>
          </a:xfrm>
          <a:prstGeom prst="rect">
            <a:avLst/>
          </a:prstGeom>
          <a:noFill/>
          <a:ln>
            <a:noFill/>
          </a:ln>
        </p:spPr>
      </p:pic>
      <p:sp>
        <p:nvSpPr>
          <p:cNvPr id="86" name="Google Shape;86;p13"/>
          <p:cNvSpPr txBox="1"/>
          <p:nvPr/>
        </p:nvSpPr>
        <p:spPr>
          <a:xfrm>
            <a:off x="778099" y="2438400"/>
            <a:ext cx="75438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000" u="sng" cap="none" strike="noStrike">
                <a:solidFill>
                  <a:schemeClr val="lt1"/>
                </a:solidFill>
                <a:latin typeface="Calibri"/>
                <a:ea typeface="Calibri"/>
                <a:cs typeface="Calibri"/>
                <a:sym typeface="Calibri"/>
              </a:rPr>
              <a:t>Adaptive Q-Learning VANET Routing with Dynamic Group Formation</a:t>
            </a:r>
            <a:endParaRPr b="0" i="0" sz="3000" u="none" cap="none" strike="noStrike">
              <a:solidFill>
                <a:schemeClr val="lt1"/>
              </a:solidFill>
              <a:latin typeface="Calibri"/>
              <a:ea typeface="Calibri"/>
              <a:cs typeface="Calibri"/>
              <a:sym typeface="Calibri"/>
            </a:endParaRPr>
          </a:p>
        </p:txBody>
      </p:sp>
      <p:sp>
        <p:nvSpPr>
          <p:cNvPr id="87" name="Google Shape;87;p13"/>
          <p:cNvSpPr txBox="1"/>
          <p:nvPr/>
        </p:nvSpPr>
        <p:spPr>
          <a:xfrm>
            <a:off x="1844899" y="3876475"/>
            <a:ext cx="5410200" cy="113877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Under the supervision of</a:t>
            </a:r>
            <a:endParaRPr/>
          </a:p>
          <a:p>
            <a:pPr indent="0" lvl="0" marL="0" marR="0" rtl="0" algn="ctr">
              <a:spcBef>
                <a:spcPts val="0"/>
              </a:spcBef>
              <a:spcAft>
                <a:spcPts val="0"/>
              </a:spcAft>
              <a:buNone/>
            </a:pPr>
            <a:r>
              <a:rPr b="1" i="0" lang="en-US" sz="2400" u="none" cap="none" strike="noStrike">
                <a:solidFill>
                  <a:schemeClr val="lt1"/>
                </a:solidFill>
                <a:latin typeface="Calibri"/>
                <a:ea typeface="Calibri"/>
                <a:cs typeface="Calibri"/>
                <a:sym typeface="Calibri"/>
              </a:rPr>
              <a:t>Dr. Poonam Rani</a:t>
            </a:r>
            <a:endParaRPr/>
          </a:p>
          <a:p>
            <a:pPr indent="0" lvl="0" marL="0" marR="0" rtl="0" algn="ctr">
              <a:spcBef>
                <a:spcPts val="0"/>
              </a:spcBef>
              <a:spcAft>
                <a:spcPts val="0"/>
              </a:spcAft>
              <a:buNone/>
            </a:pPr>
            <a:r>
              <a:rPr b="0" i="0" lang="en-US" sz="1200" u="none" cap="none" strike="noStrike">
                <a:solidFill>
                  <a:schemeClr val="lt1"/>
                </a:solidFill>
                <a:latin typeface="Calibri"/>
                <a:ea typeface="Calibri"/>
                <a:cs typeface="Calibri"/>
                <a:sym typeface="Calibri"/>
              </a:rPr>
              <a:t>DEPARTMENT OF COMPUTER SCIENCE AND ENGINEERING</a:t>
            </a:r>
            <a:endParaRPr/>
          </a:p>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88" name="Google Shape;88;p13"/>
          <p:cNvSpPr txBox="1"/>
          <p:nvPr/>
        </p:nvSpPr>
        <p:spPr>
          <a:xfrm>
            <a:off x="1638300" y="5029200"/>
            <a:ext cx="5791200" cy="15081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a:solidFill>
                  <a:schemeClr val="lt1"/>
                </a:solidFill>
                <a:latin typeface="Calibri"/>
                <a:ea typeface="Calibri"/>
                <a:cs typeface="Calibri"/>
                <a:sym typeface="Calibri"/>
              </a:rPr>
              <a:t>NAME OF THE STUDENT</a:t>
            </a:r>
            <a:r>
              <a:rPr b="1" i="1" lang="en-US" sz="1800">
                <a:solidFill>
                  <a:schemeClr val="lt1"/>
                </a:solidFill>
                <a:latin typeface="Calibri"/>
                <a:ea typeface="Calibri"/>
                <a:cs typeface="Calibri"/>
                <a:sym typeface="Calibri"/>
              </a:rPr>
              <a:t>                            </a:t>
            </a:r>
            <a:r>
              <a:rPr b="1" i="1" lang="en-US" sz="2000">
                <a:solidFill>
                  <a:schemeClr val="lt1"/>
                </a:solidFill>
                <a:latin typeface="Calibri"/>
                <a:ea typeface="Calibri"/>
                <a:cs typeface="Calibri"/>
                <a:sym typeface="Calibri"/>
              </a:rPr>
              <a:t>ROLL NUMBER</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Hridyesh Kumar                                             2021UCM2346</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Sumit Rawat                                                   2021UCM2370</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Mridul Singla                                                  2021UCM2830</a:t>
            </a:r>
            <a:endParaRPr sz="1800">
              <a:solidFill>
                <a:schemeClr val="lt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200"/>
              <a:buFont typeface="Calibri"/>
              <a:buNone/>
            </a:pPr>
            <a:r>
              <a:rPr b="1" lang="en-US" sz="4200" u="sng"/>
              <a:t>TABLE OF CONTENT</a:t>
            </a:r>
            <a:endParaRPr sz="4200" u="sng"/>
          </a:p>
        </p:txBody>
      </p:sp>
      <p:sp>
        <p:nvSpPr>
          <p:cNvPr id="94" name="Google Shape;94;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2600"/>
              <a:buChar char="•"/>
            </a:pPr>
            <a:r>
              <a:rPr lang="en-US" sz="2600">
                <a:latin typeface="Calibri"/>
                <a:ea typeface="Calibri"/>
                <a:cs typeface="Calibri"/>
                <a:sym typeface="Calibri"/>
              </a:rPr>
              <a:t>Introduction</a:t>
            </a:r>
            <a:endParaRPr sz="2600">
              <a:latin typeface="Calibri"/>
              <a:ea typeface="Calibri"/>
              <a:cs typeface="Calibri"/>
              <a:sym typeface="Calibri"/>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Motivation</a:t>
            </a:r>
            <a:endParaRPr sz="2600">
              <a:latin typeface="Calibri"/>
              <a:ea typeface="Calibri"/>
              <a:cs typeface="Calibri"/>
              <a:sym typeface="Calibri"/>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Literature Survey</a:t>
            </a:r>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Problem Statement</a:t>
            </a:r>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Objective</a:t>
            </a:r>
            <a:endParaRPr sz="2600">
              <a:latin typeface="Calibri"/>
              <a:ea typeface="Calibri"/>
              <a:cs typeface="Calibri"/>
              <a:sym typeface="Calibri"/>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Simulation Platform and Requirements</a:t>
            </a:r>
            <a:endParaRPr sz="2600">
              <a:latin typeface="Calibri"/>
              <a:ea typeface="Calibri"/>
              <a:cs typeface="Calibri"/>
              <a:sym typeface="Calibri"/>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Conclusion</a:t>
            </a:r>
            <a:endParaRPr sz="2600">
              <a:latin typeface="Calibri"/>
              <a:ea typeface="Calibri"/>
              <a:cs typeface="Calibri"/>
              <a:sym typeface="Calibri"/>
            </a:endParaRPr>
          </a:p>
          <a:p>
            <a:pPr indent="-342900" lvl="0" marL="342900" rtl="0" algn="l">
              <a:spcBef>
                <a:spcPts val="520"/>
              </a:spcBef>
              <a:spcAft>
                <a:spcPts val="0"/>
              </a:spcAft>
              <a:buClr>
                <a:schemeClr val="lt1"/>
              </a:buClr>
              <a:buSzPts val="2600"/>
              <a:buChar char="•"/>
            </a:pPr>
            <a:r>
              <a:rPr lang="en-US" sz="2600">
                <a:latin typeface="Calibri"/>
                <a:ea typeface="Calibri"/>
                <a:cs typeface="Calibri"/>
                <a:sym typeface="Calibri"/>
              </a:rPr>
              <a:t>References</a:t>
            </a:r>
            <a:endParaRPr sz="26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US" u="sng"/>
              <a:t>INTRODUCTION</a:t>
            </a:r>
            <a:endParaRPr/>
          </a:p>
        </p:txBody>
      </p:sp>
      <p:sp>
        <p:nvSpPr>
          <p:cNvPr id="100" name="Google Shape;100;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800"/>
              <a:t>Smart transportation today depends on a continuous, real‑time dialogue among vehicles, roadside units, and cloud‑edge servers. This dialogue is carried by Vehicular Ad Hoc Networks (VANETs), self‑organising meshes that let cars exchange millisecond‑level safety beacons, high‑definition sensor data, and dynamic map updates while they move. The wireless fabric is underpinned by dedicated standards—IEEE 802.11p (ITS‑G5) and 3GPP C‑V2X / 5 G NR‑V2X—operating in the 75 MHz band at 5.9 GHz reserved by the US FCC for V2V and V2I links. Yet routing across this fabric remains a bottleneck: urban topologies change every few seconds and the edge servers embedded in modern RSUs suffer unpredictable compute queues. Static routes or pre‑defined RSU clusters cannot keep pace, leading to latency spikes and lost safety packets. Our research tackles this gap by designing an adaptive, reinforcement‑learning‑driven routing framework that reshapes RSU groups on the fly and steers traffic around both wireless congestion and overloaded edge resources.</a:t>
            </a:r>
            <a:endParaRPr sz="1800"/>
          </a:p>
          <a:p>
            <a:pPr indent="0" lvl="0" marL="342900" rtl="0" algn="just">
              <a:spcBef>
                <a:spcPts val="1200"/>
              </a:spcBef>
              <a:spcAft>
                <a:spcPts val="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lang="en-US" sz="3200" u="sng"/>
              <a:t>CONTINUED…</a:t>
            </a:r>
            <a:endParaRPr sz="3200" u="sng"/>
          </a:p>
        </p:txBody>
      </p:sp>
      <p:sp>
        <p:nvSpPr>
          <p:cNvPr id="106" name="Google Shape;106;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2000"/>
              <a:buChar char="•"/>
            </a:pPr>
            <a:r>
              <a:rPr lang="en-US" sz="2000">
                <a:latin typeface="Calibri"/>
                <a:ea typeface="Calibri"/>
                <a:cs typeface="Calibri"/>
                <a:sym typeface="Calibri"/>
              </a:rPr>
              <a:t>Traditional VANET routing protocols were either proactive or reactive, but recent advances now focus on hybrid protocols that blend the strengths of both. Machine learning integration into these protocols  enhances the decision-making by analyzing real-time data from vehicles and infrastructure. This helps predict congestion, optimize routes, and provide early warnings for potential accidents, while also detecting driving patterns to improve vehicle coordination and prevent collisions.</a:t>
            </a:r>
            <a:endParaRPr sz="2100"/>
          </a:p>
        </p:txBody>
      </p:sp>
      <p:sp>
        <p:nvSpPr>
          <p:cNvPr id="107" name="Google Shape;107;p16"/>
          <p:cNvSpPr txBox="1"/>
          <p:nvPr/>
        </p:nvSpPr>
        <p:spPr>
          <a:xfrm>
            <a:off x="2476500" y="6299915"/>
            <a:ext cx="419100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50">
                <a:solidFill>
                  <a:schemeClr val="lt1"/>
                </a:solidFill>
                <a:latin typeface="Calibri"/>
                <a:ea typeface="Calibri"/>
                <a:cs typeface="Calibri"/>
                <a:sym typeface="Calibri"/>
              </a:rPr>
              <a:t>Fig. A simple representation of VANET Architecture</a:t>
            </a:r>
            <a:endParaRPr/>
          </a:p>
        </p:txBody>
      </p:sp>
      <p:pic>
        <p:nvPicPr>
          <p:cNvPr descr="C:\Users\HP\Downloads\WhatsApp Image 2024-09-22 at 18.14.04.jpeg" id="108" name="Google Shape;108;p16"/>
          <p:cNvPicPr preferRelativeResize="0"/>
          <p:nvPr/>
        </p:nvPicPr>
        <p:blipFill rotWithShape="1">
          <a:blip r:embed="rId3">
            <a:alphaModFix/>
          </a:blip>
          <a:srcRect b="0" l="0" r="0" t="0"/>
          <a:stretch/>
        </p:blipFill>
        <p:spPr>
          <a:xfrm>
            <a:off x="2930452" y="4037657"/>
            <a:ext cx="3283095" cy="22397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US" u="sng"/>
              <a:t>MOTIVATION</a:t>
            </a:r>
            <a:endParaRPr/>
          </a:p>
        </p:txBody>
      </p:sp>
      <p:sp>
        <p:nvSpPr>
          <p:cNvPr id="114" name="Google Shape;114;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95000"/>
              </a:lnSpc>
              <a:spcBef>
                <a:spcPts val="1200"/>
              </a:spcBef>
              <a:spcAft>
                <a:spcPts val="0"/>
              </a:spcAft>
              <a:buSzPts val="1800"/>
              <a:buChar char="•"/>
            </a:pPr>
            <a:r>
              <a:rPr lang="en-US" sz="1800"/>
              <a:t>Despite rapid advances in connected‑vehicle technology, road travel still claims more than a million lives each year; WHO’s 2023 report ranks traffic injuries as the world’s leading killer of 5‑ to 29‑year‑olds and projects that the global vehicle fleet will double by 2030. Human factors—speeding, late reaction, and distracted or impaired driving—remain dominant causes, yet today’s VANET routing protocols are themselves brittle: they rely on static roadside clusters fixed during deployment and optimise only the wireless path, ignoring the compute bottlenecks that now dominate latency at edge servers. When rush‑hour congestion shifts, a parade reroutes traffic, or a stadium fills and overloads nearby GPUs, safety messages and sensor off‑loads can stall for hundreds of milliseconds—precisely when real‑time response is most critical. These twin gaps—static hierarchy and compute‑blind routing—motivate our work: an adaptive, reinforcement‑learning framework that reshapes RSU groups in real time and steers packets toward both clear radio links and lightly loaded edge nodes, bringing us closer to the vision of crash‑free, congestion‑aware smart mobility</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457200" y="1752600"/>
            <a:ext cx="8229600" cy="34591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just">
              <a:spcBef>
                <a:spcPts val="0"/>
              </a:spcBef>
              <a:spcAft>
                <a:spcPts val="0"/>
              </a:spcAft>
              <a:buClr>
                <a:schemeClr val="lt1"/>
              </a:buClr>
              <a:buSzPct val="100000"/>
              <a:buChar char="•"/>
            </a:pPr>
            <a:r>
              <a:rPr lang="en-US" sz="3600"/>
              <a:t>Vehicular Ad Hoc Networks (VANETs) constitute a fundamental component of Intelligent Transportation Systems (ITS) within the broader smart mobility framework. These systems leverage automation and real-time data collection [55] through vehicle-to-everything (V2X) communication to enhance traffic management, reduce congestion, and improve road safety. Unlike human operators, smart transportation systems process information continuously, minimizing accidents caused by human error while ensuring smoother journeys</a:t>
            </a:r>
            <a:endParaRPr>
              <a:latin typeface="Calibri"/>
              <a:ea typeface="Calibri"/>
              <a:cs typeface="Calibri"/>
              <a:sym typeface="Calibri"/>
            </a:endParaRPr>
          </a:p>
        </p:txBody>
      </p:sp>
      <p:sp>
        <p:nvSpPr>
          <p:cNvPr id="120" name="Google Shape;120;p18"/>
          <p:cNvSpPr txBox="1"/>
          <p:nvPr/>
        </p:nvSpPr>
        <p:spPr>
          <a:xfrm>
            <a:off x="533400" y="381000"/>
            <a:ext cx="8153400"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u="sng">
                <a:solidFill>
                  <a:schemeClr val="lt1"/>
                </a:solidFill>
                <a:latin typeface="Calibri"/>
                <a:ea typeface="Calibri"/>
                <a:cs typeface="Calibri"/>
                <a:sym typeface="Calibri"/>
              </a:rPr>
              <a:t>VANETs</a:t>
            </a:r>
            <a:endParaRPr sz="1800" u="sng">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idx="1" type="body"/>
          </p:nvPr>
        </p:nvSpPr>
        <p:spPr>
          <a:xfrm>
            <a:off x="457200" y="1371600"/>
            <a:ext cx="8229600" cy="4906963"/>
          </a:xfrm>
          <a:prstGeom prst="rect">
            <a:avLst/>
          </a:prstGeom>
          <a:noFill/>
          <a:ln>
            <a:noFill/>
          </a:ln>
        </p:spPr>
        <p:txBody>
          <a:bodyPr anchorCtr="0" anchor="t" bIns="45700" lIns="91425" spcFirstLastPara="1" rIns="91425" wrap="square" tIns="45700">
            <a:normAutofit fontScale="62500" lnSpcReduction="10000"/>
          </a:bodyPr>
          <a:lstStyle/>
          <a:p>
            <a:pPr indent="-327660" lvl="0" marL="342900" rtl="0" algn="l">
              <a:spcBef>
                <a:spcPts val="0"/>
              </a:spcBef>
              <a:spcAft>
                <a:spcPts val="0"/>
              </a:spcAft>
              <a:buClr>
                <a:schemeClr val="lt1"/>
              </a:buClr>
              <a:buSzPct val="100000"/>
              <a:buChar char="•"/>
            </a:pPr>
            <a:r>
              <a:rPr lang="en-US"/>
              <a:t>The VANET architecture primarily consists of </a:t>
            </a:r>
            <a:r>
              <a:rPr b="1" lang="en-US"/>
              <a:t>Nodes</a:t>
            </a:r>
            <a:r>
              <a:rPr lang="en-US"/>
              <a:t>, </a:t>
            </a:r>
            <a:r>
              <a:rPr b="1" lang="en-US"/>
              <a:t>On-Board Units (OBUs)</a:t>
            </a:r>
            <a:r>
              <a:rPr lang="en-US"/>
              <a:t>, and </a:t>
            </a:r>
            <a:r>
              <a:rPr b="1" lang="en-US"/>
              <a:t>Roadside Units (RSUs)</a:t>
            </a:r>
            <a:r>
              <a:rPr lang="en-US"/>
              <a:t>. </a:t>
            </a:r>
            <a:r>
              <a:rPr b="1" lang="en-US"/>
              <a:t>Nodes</a:t>
            </a:r>
            <a:r>
              <a:rPr lang="en-US"/>
              <a:t> include all communication-capable entities such as vehicles and infrastructure. </a:t>
            </a:r>
            <a:endParaRPr/>
          </a:p>
          <a:p>
            <a:pPr indent="-327660" lvl="0" marL="342900" rtl="0" algn="l">
              <a:spcBef>
                <a:spcPts val="448"/>
              </a:spcBef>
              <a:spcAft>
                <a:spcPts val="0"/>
              </a:spcAft>
              <a:buClr>
                <a:schemeClr val="lt1"/>
              </a:buClr>
              <a:buSzPct val="100000"/>
              <a:buChar char="•"/>
            </a:pPr>
            <a:r>
              <a:rPr b="1" lang="en-US"/>
              <a:t>OBUs</a:t>
            </a:r>
            <a:r>
              <a:rPr lang="en-US"/>
              <a:t>, installed in vehicles, collect and transmit driving data via </a:t>
            </a:r>
            <a:r>
              <a:rPr b="1" lang="en-US"/>
              <a:t>Vehicle-to-Vehicle (V2V)</a:t>
            </a:r>
            <a:r>
              <a:rPr lang="en-US"/>
              <a:t> or </a:t>
            </a:r>
            <a:r>
              <a:rPr b="1" lang="en-US"/>
              <a:t>Vehicle-to-Infrastructure (V2I)</a:t>
            </a:r>
            <a:r>
              <a:rPr lang="en-US"/>
              <a:t> communication. </a:t>
            </a:r>
            <a:endParaRPr/>
          </a:p>
          <a:p>
            <a:pPr indent="-327660" lvl="0" marL="342900" rtl="0" algn="l">
              <a:spcBef>
                <a:spcPts val="448"/>
              </a:spcBef>
              <a:spcAft>
                <a:spcPts val="0"/>
              </a:spcAft>
              <a:buClr>
                <a:schemeClr val="lt1"/>
              </a:buClr>
              <a:buSzPct val="100000"/>
              <a:buChar char="•"/>
            </a:pPr>
            <a:r>
              <a:rPr b="1" lang="en-US"/>
              <a:t>RSUs</a:t>
            </a:r>
            <a:r>
              <a:rPr lang="en-US"/>
              <a:t> are stationary units like traffic lights or signs that facilitate communication with vehicles and connect to broader networks like traffic management systems or the internet. </a:t>
            </a:r>
            <a:endParaRPr/>
          </a:p>
          <a:p>
            <a:pPr indent="-353615" lvl="0" marL="342900" rtl="0" algn="just">
              <a:lnSpc>
                <a:spcPct val="150000"/>
              </a:lnSpc>
              <a:spcBef>
                <a:spcPts val="1200"/>
              </a:spcBef>
              <a:spcAft>
                <a:spcPts val="1200"/>
              </a:spcAft>
              <a:buSzPct val="100000"/>
              <a:buChar char="•"/>
            </a:pPr>
            <a:r>
              <a:rPr lang="en-US"/>
              <a:t>A modern Vehicular Ad Hoc Network (VANET) is more than “cars talking to each other.” It is a </a:t>
            </a:r>
            <a:r>
              <a:rPr b="1" lang="en-US"/>
              <a:t>multi‑tier, cyber‑physical system</a:t>
            </a:r>
            <a:r>
              <a:rPr lang="en-US"/>
              <a:t> that couples wireless links, edge‑computing boxes, cloud services, and a specialised protocol stack designed under the IEEE ITS and 3GPP C‑V2X families.</a:t>
            </a:r>
            <a:br>
              <a:rPr lang="en-US" sz="3150"/>
            </a:br>
            <a:endParaRPr sz="3150"/>
          </a:p>
        </p:txBody>
      </p:sp>
      <p:sp>
        <p:nvSpPr>
          <p:cNvPr id="126" name="Google Shape;126;p19"/>
          <p:cNvSpPr txBox="1"/>
          <p:nvPr/>
        </p:nvSpPr>
        <p:spPr>
          <a:xfrm>
            <a:off x="457200" y="386862"/>
            <a:ext cx="7696200" cy="646331"/>
          </a:xfrm>
          <a:prstGeom prst="rect">
            <a:avLst/>
          </a:prstGeom>
          <a:noFill/>
          <a:ln>
            <a:noFill/>
          </a:ln>
        </p:spPr>
        <p:txBody>
          <a:bodyPr anchorCtr="0" anchor="t" bIns="45700" lIns="91425" spcFirstLastPara="1" rIns="91425" wrap="square" tIns="45700">
            <a:spAutoFit/>
          </a:bodyPr>
          <a:lstStyle/>
          <a:p>
            <a:pPr indent="0" lvl="1" marL="457200" marR="0" rtl="0" algn="ctr">
              <a:spcBef>
                <a:spcPts val="0"/>
              </a:spcBef>
              <a:spcAft>
                <a:spcPts val="0"/>
              </a:spcAft>
              <a:buNone/>
            </a:pPr>
            <a:r>
              <a:rPr b="1" i="0" lang="en-US" sz="3600" u="sng" cap="none" strike="noStrike">
                <a:solidFill>
                  <a:schemeClr val="lt1"/>
                </a:solidFill>
                <a:latin typeface="Calibri"/>
                <a:ea typeface="Calibri"/>
                <a:cs typeface="Calibri"/>
                <a:sym typeface="Calibri"/>
              </a:rPr>
              <a:t> Architecture of VANETs</a:t>
            </a:r>
            <a:endParaRPr b="0" i="0" sz="3600" u="sng"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457199" y="381000"/>
            <a:ext cx="8229600" cy="5592763"/>
          </a:xfrm>
          <a:prstGeom prst="rect">
            <a:avLst/>
          </a:prstGeom>
          <a:noFill/>
          <a:ln>
            <a:noFill/>
          </a:ln>
        </p:spPr>
        <p:txBody>
          <a:bodyPr anchorCtr="0" anchor="t" bIns="45700" lIns="91425" spcFirstLastPara="1" rIns="91425" wrap="square" tIns="45700">
            <a:normAutofit/>
          </a:bodyPr>
          <a:lstStyle/>
          <a:p>
            <a:pPr indent="0" lvl="1" marL="0" rtl="0" algn="ctr">
              <a:spcBef>
                <a:spcPts val="0"/>
              </a:spcBef>
              <a:spcAft>
                <a:spcPts val="0"/>
              </a:spcAft>
              <a:buClr>
                <a:schemeClr val="lt1"/>
              </a:buClr>
              <a:buSzPts val="3600"/>
              <a:buNone/>
            </a:pPr>
            <a:r>
              <a:rPr b="1" lang="en-US" sz="3600" u="sng"/>
              <a:t> Architecture of VANETs</a:t>
            </a:r>
            <a:endParaRPr sz="3600" u="sng"/>
          </a:p>
          <a:p>
            <a:pPr indent="-190500" lvl="0" marL="342900" rtl="0" algn="l">
              <a:spcBef>
                <a:spcPts val="480"/>
              </a:spcBef>
              <a:spcAft>
                <a:spcPts val="0"/>
              </a:spcAft>
              <a:buClr>
                <a:schemeClr val="lt1"/>
              </a:buClr>
              <a:buSzPts val="2400"/>
              <a:buNone/>
            </a:pPr>
            <a:r>
              <a:t/>
            </a:r>
            <a:endParaRPr sz="2400">
              <a:latin typeface="Calibri"/>
              <a:ea typeface="Calibri"/>
              <a:cs typeface="Calibri"/>
              <a:sym typeface="Calibri"/>
            </a:endParaRPr>
          </a:p>
        </p:txBody>
      </p:sp>
      <p:pic>
        <p:nvPicPr>
          <p:cNvPr id="132" name="Google Shape;132;p20"/>
          <p:cNvPicPr preferRelativeResize="0"/>
          <p:nvPr/>
        </p:nvPicPr>
        <p:blipFill rotWithShape="1">
          <a:blip r:embed="rId3">
            <a:alphaModFix/>
          </a:blip>
          <a:srcRect b="0" l="0" r="0" t="0"/>
          <a:stretch/>
        </p:blipFill>
        <p:spPr>
          <a:xfrm>
            <a:off x="2133600" y="1676400"/>
            <a:ext cx="5105400" cy="3429000"/>
          </a:xfrm>
          <a:prstGeom prst="rect">
            <a:avLst/>
          </a:prstGeom>
          <a:noFill/>
          <a:ln>
            <a:noFill/>
          </a:ln>
        </p:spPr>
      </p:pic>
      <p:sp>
        <p:nvSpPr>
          <p:cNvPr id="133" name="Google Shape;133;p20"/>
          <p:cNvSpPr txBox="1"/>
          <p:nvPr/>
        </p:nvSpPr>
        <p:spPr>
          <a:xfrm>
            <a:off x="1981200" y="5474732"/>
            <a:ext cx="5486400" cy="73866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Fig.  A simple representation of VANET Architecture with OBUs and RSUs and also showing V2V, V2I, and I2I communication among nodes.</a:t>
            </a:r>
            <a:endParaRPr/>
          </a:p>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lang="en-US" u="sng"/>
              <a:t>Logical communication modes</a:t>
            </a:r>
            <a:endParaRPr u="sng"/>
          </a:p>
        </p:txBody>
      </p:sp>
      <p:sp>
        <p:nvSpPr>
          <p:cNvPr id="139" name="Google Shape;139;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55600" lvl="0" marL="342900" rtl="0" algn="l">
              <a:lnSpc>
                <a:spcPct val="115000"/>
              </a:lnSpc>
              <a:spcBef>
                <a:spcPts val="1200"/>
              </a:spcBef>
              <a:spcAft>
                <a:spcPts val="0"/>
              </a:spcAft>
              <a:buSzPts val="2000"/>
              <a:buChar char="•"/>
            </a:pPr>
            <a:r>
              <a:rPr lang="en-US" sz="2000">
                <a:latin typeface="Arial"/>
                <a:ea typeface="Arial"/>
                <a:cs typeface="Arial"/>
                <a:sym typeface="Arial"/>
              </a:rPr>
              <a:t>In a fully fledged VANET the flow of information is organised around five logical communication modes, each serving a distinct purpose. </a:t>
            </a:r>
            <a:r>
              <a:rPr b="1" lang="en-US" sz="2000">
                <a:latin typeface="Arial"/>
                <a:ea typeface="Arial"/>
                <a:cs typeface="Arial"/>
                <a:sym typeface="Arial"/>
              </a:rPr>
              <a:t>Vehicle‑to‑Vehicle (V2V)</a:t>
            </a:r>
            <a:r>
              <a:rPr lang="en-US" sz="2000">
                <a:latin typeface="Arial"/>
                <a:ea typeface="Arial"/>
                <a:cs typeface="Arial"/>
                <a:sym typeface="Arial"/>
              </a:rPr>
              <a:t> links let neighbouring cars broadcast millisecond‑grade safety beacons and platooning commands directly, without relying on roadside infrastructure. </a:t>
            </a:r>
            <a:r>
              <a:rPr b="1" lang="en-US" sz="2000">
                <a:latin typeface="Arial"/>
                <a:ea typeface="Arial"/>
                <a:cs typeface="Arial"/>
                <a:sym typeface="Arial"/>
              </a:rPr>
              <a:t>Vehicle‑to‑Infrastructure (V2I)</a:t>
            </a:r>
            <a:r>
              <a:rPr lang="en-US" sz="2000">
                <a:latin typeface="Arial"/>
                <a:ea typeface="Arial"/>
                <a:cs typeface="Arial"/>
                <a:sym typeface="Arial"/>
              </a:rPr>
              <a:t> extends that reach to fixed Road‑Side Units (RSUs), enabling vehicles to receive signal‑phase timing, road‑hazard messages and edge‑compute services such as real‑time object recognition. When data must leave the local mesh altogether, </a:t>
            </a:r>
            <a:r>
              <a:rPr b="1" lang="en-US" sz="2000">
                <a:latin typeface="Arial"/>
                <a:ea typeface="Arial"/>
                <a:cs typeface="Arial"/>
                <a:sym typeface="Arial"/>
              </a:rPr>
              <a:t>Vehicle‑to‑Network (V2N)</a:t>
            </a:r>
            <a:r>
              <a:rPr lang="en-US" sz="2000">
                <a:latin typeface="Arial"/>
                <a:ea typeface="Arial"/>
                <a:cs typeface="Arial"/>
                <a:sym typeface="Arial"/>
              </a:rPr>
              <a:t> paths route traffic through cellular base‑stations to cloud back‑ends for map downloads, software updates, or long‑horizon analytics.</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ts val="990"/>
              <a:buFont typeface="Arial"/>
              <a:buNone/>
            </a:pPr>
            <a:r>
              <a:rPr lang="en-US" u="sng"/>
              <a:t>Logical communication modes</a:t>
            </a:r>
            <a:r>
              <a:rPr lang="en-US" u="sng"/>
              <a:t> (contd.)</a:t>
            </a:r>
            <a:endParaRPr u="sng"/>
          </a:p>
        </p:txBody>
      </p:sp>
      <p:sp>
        <p:nvSpPr>
          <p:cNvPr id="145" name="Google Shape;145;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55600" lvl="0" marL="342900" rtl="0" algn="l">
              <a:lnSpc>
                <a:spcPct val="115000"/>
              </a:lnSpc>
              <a:spcBef>
                <a:spcPts val="1200"/>
              </a:spcBef>
              <a:spcAft>
                <a:spcPts val="0"/>
              </a:spcAft>
              <a:buSzPts val="2000"/>
              <a:buChar char="•"/>
            </a:pPr>
            <a:r>
              <a:rPr b="1" lang="en-US" sz="2000">
                <a:latin typeface="Arial"/>
                <a:ea typeface="Arial"/>
                <a:cs typeface="Arial"/>
                <a:sym typeface="Arial"/>
              </a:rPr>
              <a:t>Vehicle‑to‑Pedestrian (V2P)</a:t>
            </a:r>
            <a:r>
              <a:rPr lang="en-US" sz="2000">
                <a:latin typeface="Arial"/>
                <a:ea typeface="Arial"/>
                <a:cs typeface="Arial"/>
                <a:sym typeface="Arial"/>
              </a:rPr>
              <a:t> complements these channels by warning vulnerable road users—via smartphones or wearables—of imminent collisions. Finally, </a:t>
            </a:r>
            <a:r>
              <a:rPr b="1" lang="en-US" sz="2000">
                <a:latin typeface="Arial"/>
                <a:ea typeface="Arial"/>
                <a:cs typeface="Arial"/>
                <a:sym typeface="Arial"/>
              </a:rPr>
              <a:t>Infrastructure‑to‑Infrastructure (I2I)</a:t>
            </a:r>
            <a:r>
              <a:rPr lang="en-US" sz="2000">
                <a:latin typeface="Arial"/>
                <a:ea typeface="Arial"/>
                <a:cs typeface="Arial"/>
                <a:sym typeface="Arial"/>
              </a:rPr>
              <a:t> traffic stitches RSUs together into a control and aggregation backbone, distributing cluster‑formation beacons, global routing updates, and fused sensor data across the city. Together, these five modes create a layered, resilient communication fabric that underpins all higher‑level intelligent‑transport functions.</a:t>
            </a:r>
            <a:endParaRPr sz="2000">
              <a:latin typeface="Arial"/>
              <a:ea typeface="Arial"/>
              <a:cs typeface="Arial"/>
              <a:sym typeface="Arial"/>
            </a:endParaRPr>
          </a:p>
          <a:p>
            <a:pPr indent="-354330" lvl="0" marL="342900" rtl="0" algn="just">
              <a:spcBef>
                <a:spcPts val="444"/>
              </a:spcBef>
              <a:spcAft>
                <a:spcPts val="0"/>
              </a:spcAft>
              <a:buSzPts val="2400"/>
              <a:buChar char="•"/>
            </a:pPr>
            <a:r>
              <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Calibri"/>
              <a:buNone/>
            </a:pPr>
            <a:r>
              <a:rPr b="1" lang="en-US" sz="3600"/>
              <a:t>Machine Learning in Routing in VANETs</a:t>
            </a:r>
            <a:endParaRPr sz="3600"/>
          </a:p>
        </p:txBody>
      </p:sp>
      <p:sp>
        <p:nvSpPr>
          <p:cNvPr id="151" name="Google Shape;151;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lang="en-US" sz="2000"/>
              <a:t>Machine‑learning (ML) techniques give VANETs the capacity to digest large, fast‑changing streams of mobility and channel data, anticipate congestion, and choose routes before humans—or classical heuristics—can react.  For the </a:t>
            </a:r>
            <a:r>
              <a:rPr b="1" lang="en-US" sz="2000"/>
              <a:t>adaptive, compute‑aware routing</a:t>
            </a:r>
            <a:r>
              <a:rPr lang="en-US" sz="2000"/>
              <a:t> problem tackled in this report, ML is valuable in three complementary ways:</a:t>
            </a:r>
            <a:endParaRPr sz="2000"/>
          </a:p>
          <a:p>
            <a:pPr indent="-355600" lvl="0" marL="457200" rtl="0" algn="l">
              <a:lnSpc>
                <a:spcPct val="150000"/>
              </a:lnSpc>
              <a:spcBef>
                <a:spcPts val="1200"/>
              </a:spcBef>
              <a:spcAft>
                <a:spcPts val="0"/>
              </a:spcAft>
              <a:buSzPts val="2000"/>
              <a:buFont typeface="Calibri"/>
              <a:buChar char="●"/>
            </a:pPr>
            <a:r>
              <a:rPr b="1" lang="en-US" sz="2000"/>
              <a:t>Predictive insight:</a:t>
            </a:r>
            <a:r>
              <a:rPr lang="en-US" sz="2000"/>
              <a:t> models trained on historical traces forecast link stability and RSU load, turning a reactive protocol into a proactive one;</a:t>
            </a:r>
            <a:endParaRPr sz="2000"/>
          </a:p>
          <a:p>
            <a:pPr indent="-355600" lvl="0" marL="457200" rtl="0" algn="l">
              <a:lnSpc>
                <a:spcPct val="150000"/>
              </a:lnSpc>
              <a:spcBef>
                <a:spcPts val="0"/>
              </a:spcBef>
              <a:spcAft>
                <a:spcPts val="0"/>
              </a:spcAft>
              <a:buSzPts val="2000"/>
              <a:buFont typeface="Calibri"/>
              <a:buChar char="●"/>
            </a:pPr>
            <a:r>
              <a:rPr b="1" lang="en-US" sz="2000"/>
              <a:t>Structure discovery:</a:t>
            </a:r>
            <a:r>
              <a:rPr lang="en-US" sz="2000"/>
              <a:t> unsupervised methods uncover ad‑hoc clusters of vehicles and RSUs, supplying the logical “groups” used by hierarchical routing;</a:t>
            </a:r>
            <a:endParaRPr sz="2000"/>
          </a:p>
          <a:p>
            <a:pPr indent="-355600" lvl="0" marL="457200" rtl="0" algn="l">
              <a:lnSpc>
                <a:spcPct val="150000"/>
              </a:lnSpc>
              <a:spcBef>
                <a:spcPts val="0"/>
              </a:spcBef>
              <a:spcAft>
                <a:spcPts val="0"/>
              </a:spcAft>
              <a:buSzPts val="2000"/>
              <a:buFont typeface="Calibri"/>
              <a:buChar char="●"/>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600"/>
              <a:buFont typeface="Calibri"/>
              <a:buNone/>
            </a:pPr>
            <a:r>
              <a:rPr b="1" lang="en-US" sz="3600" u="sng"/>
              <a:t>Reinforcement Learning in VANETs</a:t>
            </a:r>
            <a:endParaRPr sz="3600" u="sng"/>
          </a:p>
        </p:txBody>
      </p:sp>
      <p:sp>
        <p:nvSpPr>
          <p:cNvPr id="157" name="Google Shape;15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lt1"/>
              </a:buClr>
              <a:buSzPts val="1800"/>
              <a:buChar char="•"/>
            </a:pPr>
            <a:r>
              <a:rPr lang="en-US" sz="1800"/>
              <a:t>Reinforcement Learning (RL) has emerged as a powerful paradigm for decision- making in dynamic and uncertain environments. Reinforcement learning (RL) is a machine learning technique that teaches machines to make decisions through trial and error. </a:t>
            </a:r>
            <a:endParaRPr sz="1800"/>
          </a:p>
          <a:p>
            <a:pPr indent="-342900" lvl="0" marL="342900" rtl="0" algn="l">
              <a:lnSpc>
                <a:spcPct val="150000"/>
              </a:lnSpc>
              <a:spcBef>
                <a:spcPts val="0"/>
              </a:spcBef>
              <a:spcAft>
                <a:spcPts val="0"/>
              </a:spcAft>
              <a:buSzPts val="1800"/>
              <a:buChar char="•"/>
            </a:pPr>
            <a:r>
              <a:rPr b="1" lang="en-US" sz="1800"/>
              <a:t>Online adaptation:</a:t>
            </a:r>
            <a:r>
              <a:rPr lang="en-US" sz="1800"/>
              <a:t> reinforcement learning (RL) refines decisions on the fly, eliminating the need for pre‑labelled data and coping with never‑seen traffic events.</a:t>
            </a:r>
            <a:br>
              <a:rPr lang="en-US" sz="2000"/>
            </a:br>
            <a:endParaRPr sz="1800"/>
          </a:p>
        </p:txBody>
      </p:sp>
      <p:pic>
        <p:nvPicPr>
          <p:cNvPr id="158" name="Google Shape;158;p24"/>
          <p:cNvPicPr preferRelativeResize="0"/>
          <p:nvPr/>
        </p:nvPicPr>
        <p:blipFill rotWithShape="1">
          <a:blip r:embed="rId3">
            <a:alphaModFix/>
          </a:blip>
          <a:srcRect b="0" l="4485" r="0" t="0"/>
          <a:stretch/>
        </p:blipFill>
        <p:spPr>
          <a:xfrm>
            <a:off x="2461834" y="3853025"/>
            <a:ext cx="4103370" cy="2387600"/>
          </a:xfrm>
          <a:prstGeom prst="rect">
            <a:avLst/>
          </a:prstGeom>
          <a:noFill/>
          <a:ln>
            <a:noFill/>
          </a:ln>
        </p:spPr>
      </p:pic>
      <p:sp>
        <p:nvSpPr>
          <p:cNvPr id="159" name="Google Shape;159;p24"/>
          <p:cNvSpPr txBox="1"/>
          <p:nvPr/>
        </p:nvSpPr>
        <p:spPr>
          <a:xfrm>
            <a:off x="2391641" y="6240625"/>
            <a:ext cx="42438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lt1"/>
                </a:solidFill>
                <a:latin typeface="Calibri"/>
                <a:ea typeface="Calibri"/>
                <a:cs typeface="Calibri"/>
                <a:sym typeface="Calibri"/>
              </a:rPr>
              <a:t>Fig. Decision Making in Reinforcement Learning</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b="1" lang="en-US" sz="3600" u="sng"/>
              <a:t>Reinforcement Learning in VANETS</a:t>
            </a:r>
            <a:endParaRPr b="1" sz="3600" u="sng"/>
          </a:p>
        </p:txBody>
      </p:sp>
      <p:sp>
        <p:nvSpPr>
          <p:cNvPr id="165" name="Google Shape;165;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lnSpc>
                <a:spcPct val="115000"/>
              </a:lnSpc>
              <a:spcBef>
                <a:spcPts val="1200"/>
              </a:spcBef>
              <a:spcAft>
                <a:spcPts val="0"/>
              </a:spcAft>
              <a:buSzPts val="1800"/>
              <a:buChar char="•"/>
            </a:pPr>
            <a:r>
              <a:rPr b="1" lang="en-US" sz="1800">
                <a:latin typeface="Arial"/>
                <a:ea typeface="Arial"/>
                <a:cs typeface="Arial"/>
                <a:sym typeface="Arial"/>
              </a:rPr>
              <a:t>Reinforcement Learning in VANETs</a:t>
            </a:r>
            <a:br>
              <a:rPr b="1" lang="en-US" sz="1800">
                <a:latin typeface="Arial"/>
                <a:ea typeface="Arial"/>
                <a:cs typeface="Arial"/>
                <a:sym typeface="Arial"/>
              </a:rPr>
            </a:br>
            <a:r>
              <a:rPr lang="en-US" sz="1800">
                <a:latin typeface="Arial"/>
                <a:ea typeface="Arial"/>
                <a:cs typeface="Arial"/>
                <a:sym typeface="Arial"/>
              </a:rPr>
              <a:t> Reinforcement learning (RL) has quickly become the most promising intelligence layer for Vehicular Ad Hoc Networks because it learns policies directly from interaction, without pre‑labelled data, and can adapt online to non‑stationary traffic patterns. In a typical VANET formulation, an agent—hosted on each vehicle or roadside unit—observes a state vector that can include neighbour RSSI, link queue length, vehicle density, and even edge‑server CPU utilisation; it then selects an action such as the next‑hop node, the forwarding rate, or the execution RSU for off‑loaded tasks. Classical tabular Q‑learning variants (e.g., IQRRL, PbQR) have already demonstrated double‑digit gains in delivery ratio by predicting future link breaks, while hierarchical extensions like HQGR reduce broadcast overhead by separating inter‑group from intra‑group decision‑making.</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600" u="sng"/>
              <a:t>Reinforcement Learning in VANETS</a:t>
            </a:r>
            <a:endParaRPr/>
          </a:p>
        </p:txBody>
      </p:sp>
      <p:sp>
        <p:nvSpPr>
          <p:cNvPr id="171" name="Google Shape;171;p2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20000"/>
          </a:bodyPr>
          <a:lstStyle/>
          <a:p>
            <a:pPr indent="-342900" lvl="0" marL="342900" rtl="0" algn="l">
              <a:lnSpc>
                <a:spcPct val="115000"/>
              </a:lnSpc>
              <a:spcBef>
                <a:spcPts val="1200"/>
              </a:spcBef>
              <a:spcAft>
                <a:spcPts val="0"/>
              </a:spcAft>
              <a:buSzPts val="1800"/>
              <a:buChar char="•"/>
            </a:pPr>
            <a:r>
              <a:rPr lang="en-US" sz="1800">
                <a:latin typeface="Arial"/>
                <a:ea typeface="Arial"/>
                <a:cs typeface="Arial"/>
                <a:sym typeface="Arial"/>
              </a:rPr>
              <a:t>More recent deep‑RL approaches—DQN, A3C, and PPO—replace tables with neural networks, enabling scaling from tens to hundreds of RSUs and vehicles. Emerging research also folds edge‑compute metrics into the reward so routes avoid overloaded GPUs, and uses multi‑objective RL to let operators dial delay versus energy on the fly. Taken together, these advances position RL as the de‑facto framework for real‑time, self‑optimising routing in the highly dynamic, heterogeneous environment of future smart‑city VANET deployments.</a:t>
            </a:r>
            <a:endParaRPr sz="1800">
              <a:latin typeface="Arial"/>
              <a:ea typeface="Arial"/>
              <a:cs typeface="Arial"/>
              <a:sym typeface="Arial"/>
            </a:endParaRPr>
          </a:p>
          <a:p>
            <a:pPr indent="-342900" lvl="0" marL="342900" rtl="0" algn="l">
              <a:spcBef>
                <a:spcPts val="360"/>
              </a:spcBef>
              <a:spcAft>
                <a:spcPts val="0"/>
              </a:spcAft>
              <a:buSzPts val="1800"/>
              <a:buChar char="•"/>
            </a:pPr>
            <a:r>
              <a:t/>
            </a:r>
            <a:endParaRPr sz="1800"/>
          </a:p>
          <a:p>
            <a:pPr indent="0" lvl="0" marL="0" rtl="0" algn="l">
              <a:spcBef>
                <a:spcPts val="360"/>
              </a:spcBef>
              <a:spcAft>
                <a:spcPts val="0"/>
              </a:spcAft>
              <a:buClr>
                <a:schemeClr val="lt1"/>
              </a:buClr>
              <a:buSzPts val="1800"/>
              <a:buFont typeface="Arial"/>
              <a:buNone/>
            </a:pPr>
            <a:r>
              <a:t/>
            </a:r>
            <a:endParaRPr sz="1800"/>
          </a:p>
          <a:p>
            <a:pPr indent="-342900" lvl="0" marL="342900" rtl="0" algn="l">
              <a:spcBef>
                <a:spcPts val="360"/>
              </a:spcBef>
              <a:spcAft>
                <a:spcPts val="0"/>
              </a:spcAft>
              <a:buSzPts val="1800"/>
              <a:buChar char="•"/>
            </a:pPr>
            <a:r>
              <a:rPr b="1" lang="en-US" sz="1800" u="sng"/>
              <a:t>The Hierarchical Q- learning-based Routing Algorithm with Grouped RSU (HQGR)</a:t>
            </a:r>
            <a:r>
              <a:rPr b="1" lang="en-US" sz="1800"/>
              <a:t>. </a:t>
            </a:r>
            <a:r>
              <a:rPr lang="en-US" sz="1800"/>
              <a:t>The approach proposed was to divide the urban areas into groups based on the position of the RSUs and then use a multi-agent hierarchical Q-learning model to train a group Q-table and a local Q-table. The agent aims to maximize the cumulative reward for both the group and the local table by reaching the destination group and subsequently finding the best path within the group to reach the target, respectively.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US" u="sng"/>
              <a:t>CONCLUSION</a:t>
            </a:r>
            <a:endParaRPr/>
          </a:p>
        </p:txBody>
      </p:sp>
      <p:sp>
        <p:nvSpPr>
          <p:cNvPr id="177" name="Google Shape;177;p27"/>
          <p:cNvSpPr txBox="1"/>
          <p:nvPr>
            <p:ph idx="1" type="body"/>
          </p:nvPr>
        </p:nvSpPr>
        <p:spPr>
          <a:xfrm>
            <a:off x="457200" y="1524000"/>
            <a:ext cx="8229600" cy="4525963"/>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800">
                <a:latin typeface="Arial"/>
                <a:ea typeface="Arial"/>
                <a:cs typeface="Arial"/>
                <a:sym typeface="Arial"/>
              </a:rPr>
              <a:t>Reinforcement learning transforms VANET routing from a static, rule‑based procedure into a self‑optimising, context‑aware service that continuously learns from the road itself. By framing routing as a Markov‑Decision Process, RL agents can anticipate link failures, balance loads on edge servers, and reconfigure paths in milliseconds—capabilities conventional protocols cannot match. Tabular Q‑learning has proven the concept; deep and hierarchical variants now scale it to full smart‑city deployments. Remaining challenges—state‑space explosion, real‑world validation, and lightweight inference—are already being addressed through dynamic clustering, transfer learning, and efficient model compression. As these techniques mature, RL‑driven VANETs will move from simulation labs to urban streets, closing the gap between the vision of zero‑collision transportation and today’s safety‑critical reality.</a:t>
            </a:r>
            <a:endParaRPr sz="1800">
              <a:latin typeface="Arial"/>
              <a:ea typeface="Arial"/>
              <a:cs typeface="Arial"/>
              <a:sym typeface="Arial"/>
            </a:endParaRPr>
          </a:p>
          <a:p>
            <a:pPr indent="-330200" lvl="0" marL="342900" rtl="0" algn="l">
              <a:spcBef>
                <a:spcPts val="1200"/>
              </a:spcBef>
              <a:spcAft>
                <a:spcPts val="0"/>
              </a:spcAft>
              <a:buSzPts val="1800"/>
              <a:buChar char="•"/>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457200" y="152400"/>
            <a:ext cx="82296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US" u="sng"/>
              <a:t>REFERENCES</a:t>
            </a:r>
            <a:endParaRPr/>
          </a:p>
        </p:txBody>
      </p:sp>
      <p:sp>
        <p:nvSpPr>
          <p:cNvPr id="183" name="Google Shape;183;p28"/>
          <p:cNvSpPr txBox="1"/>
          <p:nvPr>
            <p:ph idx="1" type="body"/>
          </p:nvPr>
        </p:nvSpPr>
        <p:spPr>
          <a:xfrm>
            <a:off x="457200" y="1295400"/>
            <a:ext cx="8229600" cy="495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1"/>
              </a:buClr>
              <a:buSzPts val="1050"/>
              <a:buChar char="•"/>
            </a:pPr>
            <a:r>
              <a:rPr lang="en-US" sz="1050"/>
              <a:t>[1] (2021). Use of the 5.850-5.925 ghz band.https://www.federalregister.gov/documents/2021/05/03/2021-08802/use-of-the-5850-5925-ghz-band.</a:t>
            </a:r>
            <a:endParaRPr/>
          </a:p>
          <a:p>
            <a:pPr indent="-342900" lvl="0" marL="342900" rtl="0" algn="l">
              <a:spcBef>
                <a:spcPts val="210"/>
              </a:spcBef>
              <a:spcAft>
                <a:spcPts val="0"/>
              </a:spcAft>
              <a:buClr>
                <a:schemeClr val="lt1"/>
              </a:buClr>
              <a:buSzPts val="1050"/>
              <a:buChar char="•"/>
            </a:pPr>
            <a:r>
              <a:rPr lang="en-US" sz="1050"/>
              <a:t>[2] Al-Sultan, S., Al-Doori, M. M., Al-Bayatti, A. H., and Zedan, H. (2014). A comprehensive survey on vehicular ad hoc network. Journal of Network and Computer Applications, 37:380–392.</a:t>
            </a:r>
            <a:endParaRPr/>
          </a:p>
          <a:p>
            <a:pPr indent="-342900" lvl="0" marL="342900" rtl="0" algn="l">
              <a:spcBef>
                <a:spcPts val="210"/>
              </a:spcBef>
              <a:spcAft>
                <a:spcPts val="0"/>
              </a:spcAft>
              <a:buClr>
                <a:schemeClr val="lt1"/>
              </a:buClr>
              <a:buSzPts val="1050"/>
              <a:buChar char="•"/>
            </a:pPr>
            <a:r>
              <a:rPr lang="en-US" sz="1050"/>
              <a:t>[3] Ardakani, S. (2018). Acr: a cluster-based routing protocol for vanet. International Journal of Wireless Mobile Networks, 10:15.</a:t>
            </a:r>
            <a:endParaRPr/>
          </a:p>
          <a:p>
            <a:pPr indent="-342900" lvl="0" marL="342900" rtl="0" algn="l">
              <a:spcBef>
                <a:spcPts val="210"/>
              </a:spcBef>
              <a:spcAft>
                <a:spcPts val="0"/>
              </a:spcAft>
              <a:buClr>
                <a:schemeClr val="lt1"/>
              </a:buClr>
              <a:buSzPts val="1050"/>
              <a:buChar char="•"/>
            </a:pPr>
            <a:r>
              <a:rPr lang="en-US" sz="1050"/>
              <a:t>[4] Bitam, S., Mellouk, A., and Zeadally, S. (2013). Hybr: A hybrid bio-inspired bee swarm routing protocol for safety applications in vehicular ad hoc networks (vanets). Journal of Systems Architecture, 59(10, Part B):953–967. Advanced Smart Vehicular Communication System and Applications.</a:t>
            </a:r>
            <a:endParaRPr/>
          </a:p>
          <a:p>
            <a:pPr indent="-342900" lvl="0" marL="342900" rtl="0" algn="l">
              <a:spcBef>
                <a:spcPts val="210"/>
              </a:spcBef>
              <a:spcAft>
                <a:spcPts val="0"/>
              </a:spcAft>
              <a:buClr>
                <a:schemeClr val="lt1"/>
              </a:buClr>
              <a:buSzPts val="1050"/>
              <a:buChar char="•"/>
            </a:pPr>
            <a:r>
              <a:rPr lang="en-US" sz="1050"/>
              <a:t>[5] C´ardenas, L. L., Mezher, A. M., Barbecho Bautista, P. A., Astudillo Le´on, J. P., and Igartua, M. A. (2021). A multimetric predictive ann-based routing protocol for vehicular ad hoc networks. IEEE Access, 9:86037–86053.</a:t>
            </a:r>
            <a:endParaRPr/>
          </a:p>
          <a:p>
            <a:pPr indent="-342900" lvl="0" marL="342900" rtl="0" algn="l">
              <a:spcBef>
                <a:spcPts val="210"/>
              </a:spcBef>
              <a:spcAft>
                <a:spcPts val="0"/>
              </a:spcAft>
              <a:buClr>
                <a:schemeClr val="lt1"/>
              </a:buClr>
              <a:buSzPts val="1050"/>
              <a:buChar char="•"/>
            </a:pPr>
            <a:r>
              <a:rPr lang="en-US" sz="1050"/>
              <a:t>[6] Dutta, A., Campoverde, L. M. S., Tropea, M., and Rango, F. D. (2024). A comprehensive review of recent developments in vanet for traffic, safety &amp; remote monitoring applications. J. Netw. Syst. Manag., 32:73.</a:t>
            </a:r>
            <a:endParaRPr/>
          </a:p>
          <a:p>
            <a:pPr indent="-342900" lvl="0" marL="342900" rtl="0" algn="l">
              <a:spcBef>
                <a:spcPts val="210"/>
              </a:spcBef>
              <a:spcAft>
                <a:spcPts val="0"/>
              </a:spcAft>
              <a:buClr>
                <a:schemeClr val="lt1"/>
              </a:buClr>
              <a:buSzPts val="1050"/>
              <a:buChar char="•"/>
            </a:pPr>
            <a:r>
              <a:rPr lang="en-US" sz="1050"/>
              <a:t>[7] Dutta, R. and Thalore, R. (2017). A review of various routing protocols in vanet. International Journal of Advanced Engineering Research and Science, 4:221–224.</a:t>
            </a:r>
            <a:endParaRPr/>
          </a:p>
          <a:p>
            <a:pPr indent="-342900" lvl="0" marL="342900" rtl="0" algn="l">
              <a:spcBef>
                <a:spcPts val="210"/>
              </a:spcBef>
              <a:spcAft>
                <a:spcPts val="0"/>
              </a:spcAft>
              <a:buClr>
                <a:schemeClr val="lt1"/>
              </a:buClr>
              <a:buSzPts val="1050"/>
              <a:buChar char="•"/>
            </a:pPr>
            <a:r>
              <a:rPr lang="en-US" sz="1050"/>
              <a:t>[8] Erman, J., Arlitt, M., and Mahanti, A. (2006). Traffic classification using clustering algorithms. volume 2006, pages 281–286.</a:t>
            </a:r>
            <a:endParaRPr/>
          </a:p>
          <a:p>
            <a:pPr indent="-342900" lvl="0" marL="342900" rtl="0" algn="l">
              <a:spcBef>
                <a:spcPts val="210"/>
              </a:spcBef>
              <a:spcAft>
                <a:spcPts val="0"/>
              </a:spcAft>
              <a:buClr>
                <a:schemeClr val="lt1"/>
              </a:buClr>
              <a:buSzPts val="1050"/>
              <a:buChar char="•"/>
            </a:pPr>
            <a:r>
              <a:rPr lang="en-US" sz="1050"/>
              <a:t>[9] Habib, M. A., Khan, M., and Uddin, J. (2016). Optimal route selection in complex multi-stage supply chain networks using sarsa().</a:t>
            </a:r>
            <a:endParaRPr/>
          </a:p>
          <a:p>
            <a:pPr indent="-342900" lvl="0" marL="342900" rtl="0" algn="l">
              <a:spcBef>
                <a:spcPts val="210"/>
              </a:spcBef>
              <a:spcAft>
                <a:spcPts val="0"/>
              </a:spcAft>
              <a:buClr>
                <a:schemeClr val="lt1"/>
              </a:buClr>
              <a:buSzPts val="1050"/>
              <a:buChar char="•"/>
            </a:pPr>
            <a:r>
              <a:rPr lang="en-US" sz="1050"/>
              <a:t>[10] Hartenstein, H. and Laberteaux, K. P. (2008). A tutorial survey on vehicular ad hoc networks. IEEE Communications Magazine, 46.</a:t>
            </a:r>
            <a:endParaRPr/>
          </a:p>
          <a:p>
            <a:pPr indent="-342900" lvl="0" marL="342900" rtl="0" algn="l">
              <a:spcBef>
                <a:spcPts val="210"/>
              </a:spcBef>
              <a:spcAft>
                <a:spcPts val="0"/>
              </a:spcAft>
              <a:buClr>
                <a:schemeClr val="lt1"/>
              </a:buClr>
              <a:buSzPts val="1050"/>
              <a:buChar char="•"/>
            </a:pPr>
            <a:r>
              <a:rPr lang="en-US" sz="1050"/>
              <a:t>[11] Hussein, N. H., Yaw, C. T., Koh, S. P., Tiong, S. K., and Chong, K. H. (2022). A comprehensive survey on vehicular networking: Communications, applications, challenges, and upcoming research directions. IEEE Access, 10:86127–86180.</a:t>
            </a:r>
            <a:endParaRPr/>
          </a:p>
          <a:p>
            <a:pPr indent="-342900" lvl="0" marL="342900" rtl="0" algn="l">
              <a:spcBef>
                <a:spcPts val="210"/>
              </a:spcBef>
              <a:spcAft>
                <a:spcPts val="0"/>
              </a:spcAft>
              <a:buClr>
                <a:schemeClr val="lt1"/>
              </a:buClr>
              <a:buSzPts val="1050"/>
              <a:buChar char="•"/>
            </a:pPr>
            <a:r>
              <a:rPr lang="en-US" sz="1050"/>
              <a:t>[12] Jabbar, W., Malaney, R., and Yan, S. (2020). A location verification based hybrid routing protocol for vanets. In 2020 IEEE 92nd Vehicular Technology Conference (VTC2020-Fall), pages 1–6.</a:t>
            </a:r>
            <a:endParaRPr/>
          </a:p>
          <a:p>
            <a:pPr indent="-342900" lvl="0" marL="342900" rtl="0" algn="l">
              <a:spcBef>
                <a:spcPts val="210"/>
              </a:spcBef>
              <a:spcAft>
                <a:spcPts val="0"/>
              </a:spcAft>
              <a:buClr>
                <a:schemeClr val="lt1"/>
              </a:buClr>
              <a:buSzPts val="1050"/>
              <a:buChar char="•"/>
            </a:pPr>
            <a:r>
              <a:rPr lang="en-US" sz="1050"/>
              <a:t>[13] Jiang, D. and Delgrossi, L. (2008). Ieee 802.11p: Towards an international standard for wireless access in vehicular environments. In VTC Spring 2008- IEEE Vehicular Technology Conference, pages 2036–2040.</a:t>
            </a:r>
            <a:endParaRPr/>
          </a:p>
          <a:p>
            <a:pPr indent="-342900" lvl="0" marL="342900" rtl="0" algn="l">
              <a:spcBef>
                <a:spcPts val="210"/>
              </a:spcBef>
              <a:spcAft>
                <a:spcPts val="0"/>
              </a:spcAft>
              <a:buClr>
                <a:schemeClr val="lt1"/>
              </a:buClr>
              <a:buSzPts val="1050"/>
              <a:buChar char="•"/>
            </a:pPr>
            <a:r>
              <a:rPr lang="en-US" sz="1050"/>
              <a:t>[14] John Schulman, Filip Wolski, P. D. A. R. O. K. (2017). Proximal policy optimization algorithms.</a:t>
            </a:r>
            <a:endParaRPr/>
          </a:p>
          <a:p>
            <a:pPr indent="-342900" lvl="0" marL="342900" rtl="0" algn="l">
              <a:spcBef>
                <a:spcPts val="210"/>
              </a:spcBef>
              <a:spcAft>
                <a:spcPts val="0"/>
              </a:spcAft>
              <a:buClr>
                <a:schemeClr val="lt1"/>
              </a:buClr>
              <a:buSzPts val="1050"/>
              <a:buChar char="•"/>
            </a:pPr>
            <a:r>
              <a:rPr lang="en-US" sz="1050"/>
              <a:t>[15] K, T., T M, S., M, B., and K H, A. (2015). A survey on vanet technologies. Int. J. Comput. Appl., 121(18):1–9.</a:t>
            </a:r>
            <a:endParaRPr/>
          </a:p>
          <a:p>
            <a:pPr indent="-342900" lvl="0" marL="342900" rtl="0" algn="l">
              <a:spcBef>
                <a:spcPts val="210"/>
              </a:spcBef>
              <a:spcAft>
                <a:spcPts val="0"/>
              </a:spcAft>
              <a:buClr>
                <a:schemeClr val="lt1"/>
              </a:buClr>
              <a:buSzPts val="1050"/>
              <a:buChar char="•"/>
            </a:pPr>
            <a:r>
              <a:rPr lang="en-US" sz="1050"/>
              <a:t>[16] Kakarla, J., Sathya, S. S., Laxmi, B., and Babu, B. (2011). A survey on routing protocols and its issues in vanet. International Journal of Computer Applications, 28. 20(1):383–398.</a:t>
            </a:r>
            <a:endParaRPr sz="105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457200" y="152400"/>
            <a:ext cx="8229600" cy="1066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US" u="sng"/>
              <a:t>REFERENCES</a:t>
            </a:r>
            <a:endParaRPr/>
          </a:p>
        </p:txBody>
      </p:sp>
      <p:sp>
        <p:nvSpPr>
          <p:cNvPr id="189" name="Google Shape;189;p29"/>
          <p:cNvSpPr txBox="1"/>
          <p:nvPr>
            <p:ph idx="1" type="body"/>
          </p:nvPr>
        </p:nvSpPr>
        <p:spPr>
          <a:xfrm>
            <a:off x="457200" y="1295400"/>
            <a:ext cx="8229600" cy="49530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lt1"/>
              </a:buClr>
              <a:buSzPts val="1050"/>
              <a:buChar char="•"/>
            </a:pPr>
            <a:r>
              <a:rPr lang="en-US" sz="1050"/>
              <a:t>[17] Karp, B. and Kung, H. T. (2000). Gpsr: greedy perimeter stateless routing for wireless networks. In Proceedings of the 6th Annual International Conference on Mobile Computing and Networking, MobiCom ’00, page 243–254, New York, NY, USA. Association for Computing Machinery.</a:t>
            </a:r>
            <a:endParaRPr/>
          </a:p>
          <a:p>
            <a:pPr indent="-342900" lvl="0" marL="342900" rtl="0" algn="l">
              <a:spcBef>
                <a:spcPts val="210"/>
              </a:spcBef>
              <a:spcAft>
                <a:spcPts val="0"/>
              </a:spcAft>
              <a:buClr>
                <a:schemeClr val="lt1"/>
              </a:buClr>
              <a:buSzPts val="1050"/>
              <a:buChar char="•"/>
            </a:pPr>
            <a:r>
              <a:rPr lang="en-US" sz="1050"/>
              <a:t>[18] Lee, D., Tak, S., and Kim, S. (2022). Development of reinforcement learning-based traffic predictive route guidance algorithm under uncertain traffic environment. IEEE Access, 10:58623–58634.</a:t>
            </a:r>
            <a:endParaRPr/>
          </a:p>
          <a:p>
            <a:pPr indent="-342900" lvl="0" marL="342900" rtl="0" algn="l">
              <a:spcBef>
                <a:spcPts val="210"/>
              </a:spcBef>
              <a:spcAft>
                <a:spcPts val="0"/>
              </a:spcAft>
              <a:buClr>
                <a:schemeClr val="lt1"/>
              </a:buClr>
              <a:buSzPts val="1050"/>
              <a:buChar char="•"/>
            </a:pPr>
            <a:r>
              <a:rPr lang="en-US" sz="1050"/>
              <a:t>[19] Liang, W., Li, Z., Zhang, H., Wang, S., and Bie, R. (2015). Vehicular ad-hoc networks: Architectures, research issues, methodologies, challenges, and trends. International Journal of Distributed Sensor Networks, 2015:1–11.</a:t>
            </a:r>
            <a:endParaRPr/>
          </a:p>
          <a:p>
            <a:pPr indent="-342900" lvl="0" marL="342900" rtl="0" algn="l">
              <a:spcBef>
                <a:spcPts val="210"/>
              </a:spcBef>
              <a:spcAft>
                <a:spcPts val="0"/>
              </a:spcAft>
              <a:buClr>
                <a:schemeClr val="lt1"/>
              </a:buClr>
              <a:buSzPts val="1050"/>
              <a:buChar char="•"/>
            </a:pPr>
            <a:r>
              <a:rPr lang="en-US" sz="1050"/>
              <a:t>[20] Lim, K. H. and Datta, A. (2012). Enhancing the tora protocol using net-work localization and selective node participation. In 2012 IEEE 23rd International Symposium on Personal, Indoor and Mobile Radio Communications- (PIMRC), pages 1503–1508.</a:t>
            </a:r>
            <a:endParaRPr/>
          </a:p>
          <a:p>
            <a:pPr indent="-342900" lvl="0" marL="342900" rtl="0" algn="l">
              <a:spcBef>
                <a:spcPts val="210"/>
              </a:spcBef>
              <a:spcAft>
                <a:spcPts val="0"/>
              </a:spcAft>
              <a:buClr>
                <a:schemeClr val="lt1"/>
              </a:buClr>
              <a:buSzPts val="1050"/>
              <a:buChar char="•"/>
            </a:pPr>
            <a:r>
              <a:rPr lang="en-US" sz="1050"/>
              <a:t>[21] Lu, T., Schuurmans, D., and Boutilier, C. (2018). Non-delusional q-learning and value-iteration. In Bengio, S., Wallach, H., Larochelle, H., Grauman, K., Cesa-Bianchi, N., and Garnett, R., editors, Advances in Neural Information Processing Systems, volume 31. Curran Associates, Inc.</a:t>
            </a:r>
            <a:endParaRPr/>
          </a:p>
          <a:p>
            <a:pPr indent="-342900" lvl="0" marL="342900" rtl="0" algn="l">
              <a:spcBef>
                <a:spcPts val="210"/>
              </a:spcBef>
              <a:spcAft>
                <a:spcPts val="0"/>
              </a:spcAft>
              <a:buClr>
                <a:schemeClr val="lt1"/>
              </a:buClr>
              <a:buSzPts val="1050"/>
              <a:buChar char="•"/>
            </a:pPr>
            <a:r>
              <a:rPr lang="en-US" sz="1050"/>
              <a:t>[22] Luo, L., Sheng, L., Yu, H., and Sun, G. (2022). Intersection-based v2x routing via reinforcement learning in vehicular ad hoc networks. IEEE Transactions on Intelligent Transportation Systems, 23(6):5446–5459.</a:t>
            </a:r>
            <a:endParaRPr/>
          </a:p>
          <a:p>
            <a:pPr indent="-342900" lvl="0" marL="342900" rtl="0" algn="l">
              <a:spcBef>
                <a:spcPts val="210"/>
              </a:spcBef>
              <a:spcAft>
                <a:spcPts val="0"/>
              </a:spcAft>
              <a:buClr>
                <a:schemeClr val="lt1"/>
              </a:buClr>
              <a:buSzPts val="1050"/>
              <a:buChar char="•"/>
            </a:pPr>
            <a:r>
              <a:rPr lang="en-US" sz="1050"/>
              <a:t>[23] Lusvarghi, L. and Merani, M. L. (2022). Machine learning for disseminating cooperative awareness messages in cellular v2v communications. IEEE Transactions on Vehicular Technology, 71(7):7890–7903.</a:t>
            </a:r>
            <a:endParaRPr/>
          </a:p>
          <a:p>
            <a:pPr indent="-342900" lvl="0" marL="342900" rtl="0" algn="l">
              <a:spcBef>
                <a:spcPts val="210"/>
              </a:spcBef>
              <a:spcAft>
                <a:spcPts val="0"/>
              </a:spcAft>
              <a:buClr>
                <a:schemeClr val="lt1"/>
              </a:buClr>
              <a:buSzPts val="1050"/>
              <a:buChar char="•"/>
            </a:pPr>
            <a:r>
              <a:rPr lang="en-US" sz="1050"/>
              <a:t>[24] Marwah, G. P. K. and Jain, A. (2022). A hybrid optimization with ensemble learning to ensure VANET network stability based on performance analysis. Sci. Rep., 12(1):10287.</a:t>
            </a:r>
            <a:endParaRPr/>
          </a:p>
          <a:p>
            <a:pPr indent="-342900" lvl="0" marL="342900" rtl="0" algn="l">
              <a:spcBef>
                <a:spcPts val="210"/>
              </a:spcBef>
              <a:spcAft>
                <a:spcPts val="0"/>
              </a:spcAft>
              <a:buClr>
                <a:schemeClr val="lt1"/>
              </a:buClr>
              <a:buSzPts val="1050"/>
              <a:buChar char="•"/>
            </a:pPr>
            <a:r>
              <a:rPr lang="en-US" sz="1050"/>
              <a:t>[25] Mazur, S. (2020). An introduction to smart transportation: Benefits and examples. </a:t>
            </a:r>
            <a:r>
              <a:rPr lang="en-US" sz="1050" u="sng">
                <a:solidFill>
                  <a:schemeClr val="hlink"/>
                </a:solidFill>
                <a:hlinkClick r:id="rId3"/>
              </a:rPr>
              <a:t>https://www.digi.com/blog/post/introduction-to-smart-</a:t>
            </a:r>
            <a:r>
              <a:rPr lang="en-US" sz="1050"/>
              <a:t> transportation-benefits.</a:t>
            </a:r>
            <a:endParaRPr/>
          </a:p>
          <a:p>
            <a:pPr indent="-342900" lvl="0" marL="342900" rtl="0" algn="l">
              <a:spcBef>
                <a:spcPts val="210"/>
              </a:spcBef>
              <a:spcAft>
                <a:spcPts val="0"/>
              </a:spcAft>
              <a:buClr>
                <a:schemeClr val="lt1"/>
              </a:buClr>
              <a:buSzPts val="1050"/>
              <a:buChar char="•"/>
            </a:pPr>
            <a:r>
              <a:rPr lang="en-US" sz="1050"/>
              <a:t>[26] M´endez, M., Merayo, M. G., and N´u˜nez, M. (2023). Long-term traffic flow forecasting using a hybrid CNN-BiLSTM model. Eng. Appl. Artif. Intell., 121(106041):106041.</a:t>
            </a:r>
            <a:endParaRPr/>
          </a:p>
          <a:p>
            <a:pPr indent="-342900" lvl="0" marL="342900" rtl="0" algn="l">
              <a:spcBef>
                <a:spcPts val="210"/>
              </a:spcBef>
              <a:spcAft>
                <a:spcPts val="0"/>
              </a:spcAft>
              <a:buClr>
                <a:schemeClr val="lt1"/>
              </a:buClr>
              <a:buSzPts val="1050"/>
              <a:buChar char="•"/>
            </a:pPr>
            <a:r>
              <a:rPr lang="en-US" sz="1050"/>
              <a:t>[27] MohanSharma, Y. and Mukherjee, S. (2012). A contemporary proportional exploration of numerous routing protocols in vanet. International Journal of Computer Applications, 50:14–21.</a:t>
            </a:r>
            <a:endParaRPr/>
          </a:p>
          <a:p>
            <a:pPr indent="-342900" lvl="0" marL="342900" rtl="0" algn="l">
              <a:spcBef>
                <a:spcPts val="210"/>
              </a:spcBef>
              <a:spcAft>
                <a:spcPts val="0"/>
              </a:spcAft>
              <a:buClr>
                <a:schemeClr val="lt1"/>
              </a:buClr>
              <a:buSzPts val="1050"/>
              <a:buChar char="•"/>
            </a:pPr>
            <a:r>
              <a:rPr lang="en-US" sz="1050"/>
              <a:t>[28] Naeem, M., Rizvi, S., and Coronato, A. (2020). A gentle introduction to reinforcement learning and its application in different fields. IEEE Access, 8:209320–209344.</a:t>
            </a:r>
            <a:endParaRPr/>
          </a:p>
          <a:p>
            <a:pPr indent="-342900" lvl="0" marL="342900" rtl="0" algn="l">
              <a:spcBef>
                <a:spcPts val="210"/>
              </a:spcBef>
              <a:spcAft>
                <a:spcPts val="0"/>
              </a:spcAft>
              <a:buClr>
                <a:schemeClr val="lt1"/>
              </a:buClr>
              <a:buSzPts val="1050"/>
              <a:buChar char="•"/>
            </a:pPr>
            <a:r>
              <a:rPr lang="en-US" sz="1050"/>
              <a:t>[29] Nazib, R. A. and Moh, S. (2021). Reinforcement learning-based routing protocols for vehicular ad hoc networks: A comparative survey. IEEE Access, 9:27552–27587.A Survey Article on Reinforcement Learning in VANETs 13</a:t>
            </a:r>
            <a:endParaRPr sz="105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